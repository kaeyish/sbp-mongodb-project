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87" r:id="rId4"/>
  </p:sldMasterIdLst>
  <p:notesMasterIdLst>
    <p:notesMasterId r:id="rId21"/>
  </p:notesMasterIdLst>
  <p:handoutMasterIdLst>
    <p:handoutMasterId r:id="rId22"/>
  </p:handoutMasterIdLst>
  <p:sldIdLst>
    <p:sldId id="377" r:id="rId5"/>
    <p:sldId id="390" r:id="rId6"/>
    <p:sldId id="379" r:id="rId7"/>
    <p:sldId id="380" r:id="rId8"/>
    <p:sldId id="405" r:id="rId9"/>
    <p:sldId id="406" r:id="rId10"/>
    <p:sldId id="407" r:id="rId11"/>
    <p:sldId id="409" r:id="rId12"/>
    <p:sldId id="410" r:id="rId13"/>
    <p:sldId id="411" r:id="rId14"/>
    <p:sldId id="412" r:id="rId15"/>
    <p:sldId id="413" r:id="rId16"/>
    <p:sldId id="414" r:id="rId17"/>
    <p:sldId id="417" r:id="rId18"/>
    <p:sldId id="415" r:id="rId19"/>
    <p:sldId id="41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E27"/>
    <a:srgbClr val="CB6E50"/>
    <a:srgbClr val="ECECEC"/>
    <a:srgbClr val="C16548"/>
    <a:srgbClr val="EFE9E7"/>
    <a:srgbClr val="E1C9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262" autoAdjust="0"/>
    <p:restoredTop sz="94744" autoAdjust="0"/>
  </p:normalViewPr>
  <p:slideViewPr>
    <p:cSldViewPr snapToGrid="0">
      <p:cViewPr varScale="1">
        <p:scale>
          <a:sx n="79" d="100"/>
          <a:sy n="79" d="100"/>
        </p:scale>
        <p:origin x="1205" y="72"/>
      </p:cViewPr>
      <p:guideLst/>
    </p:cSldViewPr>
  </p:slideViewPr>
  <p:outlineViewPr>
    <p:cViewPr>
      <p:scale>
        <a:sx n="33" d="100"/>
        <a:sy n="33" d="100"/>
      </p:scale>
      <p:origin x="0" y="-684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2" d="100"/>
          <a:sy n="62" d="100"/>
        </p:scale>
        <p:origin x="845"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2623BC-5453-41D9-8AAA-DC8C046E78B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F67D222-4B37-4341-A20E-5F7F6C34485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061D9A-746F-451D-A588-E1812F761F0E}" type="datetimeFigureOut">
              <a:rPr lang="en-US" smtClean="0"/>
              <a:t>6/21/2026</a:t>
            </a:fld>
            <a:endParaRPr lang="en-US" dirty="0"/>
          </a:p>
        </p:txBody>
      </p:sp>
      <p:sp>
        <p:nvSpPr>
          <p:cNvPr id="4" name="Footer Placeholder 3">
            <a:extLst>
              <a:ext uri="{FF2B5EF4-FFF2-40B4-BE49-F238E27FC236}">
                <a16:creationId xmlns:a16="http://schemas.microsoft.com/office/drawing/2014/main" id="{3B166901-B1E0-4CE0-9E4B-28767C87334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9224F09-7EC3-4666-A1BC-C6E796D1963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48A818-BD7E-4D23-9FDE-11234E869982}" type="slidenum">
              <a:rPr lang="en-US" smtClean="0"/>
              <a:t>‹#›</a:t>
            </a:fld>
            <a:endParaRPr lang="en-US" dirty="0"/>
          </a:p>
        </p:txBody>
      </p:sp>
    </p:spTree>
    <p:extLst>
      <p:ext uri="{BB962C8B-B14F-4D97-AF65-F5344CB8AC3E}">
        <p14:creationId xmlns:p14="http://schemas.microsoft.com/office/powerpoint/2010/main" val="26506676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AB2845-231E-434A-B678-E6CE4B27D651}" type="datetimeFigureOut">
              <a:rPr lang="en-US" smtClean="0"/>
              <a:t>6/21/2026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3A4303-F8B1-2446-9487-0E9B8F299762}" type="slidenum">
              <a:rPr lang="en-US" smtClean="0"/>
              <a:t>‹#›</a:t>
            </a:fld>
            <a:endParaRPr lang="en-US" dirty="0"/>
          </a:p>
        </p:txBody>
      </p:sp>
    </p:spTree>
    <p:extLst>
      <p:ext uri="{BB962C8B-B14F-4D97-AF65-F5344CB8AC3E}">
        <p14:creationId xmlns:p14="http://schemas.microsoft.com/office/powerpoint/2010/main" val="3731243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159547C-AB38-C793-550F-7C7D6CEE22D9}"/>
              </a:ext>
            </a:extLst>
          </p:cNvPr>
          <p:cNvSpPr>
            <a:spLocks noGrp="1"/>
          </p:cNvSpPr>
          <p:nvPr>
            <p:ph type="ctrTitle" hasCustomPrompt="1"/>
          </p:nvPr>
        </p:nvSpPr>
        <p:spPr>
          <a:xfrm>
            <a:off x="578224" y="-1"/>
            <a:ext cx="11035552" cy="6858001"/>
          </a:xfrm>
          <a:noFill/>
        </p:spPr>
        <p:txBody>
          <a:bodyPr lIns="0" tIns="0" rIns="0" bIns="0" anchor="ctr">
            <a:noAutofit/>
          </a:bodyPr>
          <a:lstStyle>
            <a:lvl1pPr algn="l">
              <a:defRPr sz="8000" kern="1200" spc="1000" baseline="0">
                <a:ln>
                  <a:noFill/>
                </a:ln>
                <a:solidFill>
                  <a:srgbClr val="CB6E50"/>
                </a:solidFill>
                <a:latin typeface="+mj-lt"/>
              </a:defRPr>
            </a:lvl1pPr>
          </a:lstStyle>
          <a:p>
            <a:r>
              <a:rPr lang="en-US" dirty="0"/>
              <a:t>Master title</a:t>
            </a:r>
            <a:br>
              <a:rPr lang="en-US" dirty="0"/>
            </a:br>
            <a:r>
              <a:rPr lang="en-US" dirty="0"/>
              <a:t>Master title</a:t>
            </a:r>
            <a:br>
              <a:rPr lang="en-US" dirty="0"/>
            </a:br>
            <a:r>
              <a:rPr lang="en-US" dirty="0"/>
              <a:t>Master title</a:t>
            </a:r>
            <a:br>
              <a:rPr lang="en-US" dirty="0"/>
            </a:br>
            <a:r>
              <a:rPr lang="en-US" dirty="0"/>
              <a:t>Master title</a:t>
            </a:r>
            <a:br>
              <a:rPr lang="en-US" dirty="0"/>
            </a:br>
            <a:r>
              <a:rPr lang="en-US" dirty="0"/>
              <a:t>Master title</a:t>
            </a:r>
            <a:br>
              <a:rPr lang="en-US" dirty="0"/>
            </a:br>
            <a:r>
              <a:rPr lang="en-US" dirty="0"/>
              <a:t>Master title</a:t>
            </a:r>
            <a:br>
              <a:rPr lang="en-US" dirty="0"/>
            </a:br>
            <a:r>
              <a:rPr lang="en-US" dirty="0"/>
              <a:t>Master title</a:t>
            </a:r>
          </a:p>
        </p:txBody>
      </p:sp>
      <p:sp>
        <p:nvSpPr>
          <p:cNvPr id="8" name="Picture Placeholder 26">
            <a:extLst>
              <a:ext uri="{FF2B5EF4-FFF2-40B4-BE49-F238E27FC236}">
                <a16:creationId xmlns:a16="http://schemas.microsoft.com/office/drawing/2014/main" id="{C0B4C216-E27C-7A50-CF5C-D340913FF5A4}"/>
              </a:ext>
            </a:extLst>
          </p:cNvPr>
          <p:cNvSpPr>
            <a:spLocks noGrp="1"/>
          </p:cNvSpPr>
          <p:nvPr>
            <p:ph type="pic" sz="quarter" idx="10"/>
          </p:nvPr>
        </p:nvSpPr>
        <p:spPr>
          <a:xfrm>
            <a:off x="7528308" y="604554"/>
            <a:ext cx="4085468" cy="5136084"/>
          </a:xfrm>
          <a:custGeom>
            <a:avLst/>
            <a:gdLst>
              <a:gd name="connsiteX0" fmla="*/ 2247899 w 4495799"/>
              <a:gd name="connsiteY0" fmla="*/ 0 h 5651934"/>
              <a:gd name="connsiteX1" fmla="*/ 4495799 w 4495799"/>
              <a:gd name="connsiteY1" fmla="*/ 2223551 h 5651934"/>
              <a:gd name="connsiteX2" fmla="*/ 4495799 w 4495799"/>
              <a:gd name="connsiteY2" fmla="*/ 5651934 h 5651934"/>
              <a:gd name="connsiteX3" fmla="*/ 0 w 4495799"/>
              <a:gd name="connsiteY3" fmla="*/ 5651934 h 5651934"/>
              <a:gd name="connsiteX4" fmla="*/ 0 w 4495799"/>
              <a:gd name="connsiteY4" fmla="*/ 2223531 h 5651934"/>
              <a:gd name="connsiteX5" fmla="*/ 11605 w 4495799"/>
              <a:gd name="connsiteY5" fmla="*/ 1996206 h 5651934"/>
              <a:gd name="connsiteX6" fmla="*/ 2247899 w 4495799"/>
              <a:gd name="connsiteY6" fmla="*/ 0 h 565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95799" h="5651934">
                <a:moveTo>
                  <a:pt x="2247899" y="0"/>
                </a:moveTo>
                <a:cubicBezTo>
                  <a:pt x="3489380" y="0"/>
                  <a:pt x="4495799" y="995518"/>
                  <a:pt x="4495799" y="2223551"/>
                </a:cubicBezTo>
                <a:lnTo>
                  <a:pt x="4495799" y="5651934"/>
                </a:lnTo>
                <a:lnTo>
                  <a:pt x="0" y="5651934"/>
                </a:lnTo>
                <a:lnTo>
                  <a:pt x="0" y="2223531"/>
                </a:lnTo>
                <a:lnTo>
                  <a:pt x="11605" y="1996206"/>
                </a:lnTo>
                <a:cubicBezTo>
                  <a:pt x="126720" y="874967"/>
                  <a:pt x="1084011" y="0"/>
                  <a:pt x="2247899" y="0"/>
                </a:cubicBezTo>
                <a:close/>
              </a:path>
            </a:pathLst>
          </a:custGeom>
          <a:solidFill>
            <a:schemeClr val="tx2">
              <a:lumMod val="75000"/>
            </a:schemeClr>
          </a:solidFill>
        </p:spPr>
        <p:txBody>
          <a:bodyPr wrap="square" anchor="ctr">
            <a:noAutofit/>
          </a:bodyPr>
          <a:lstStyle>
            <a:lvl1pPr marL="0" indent="0" algn="ctr">
              <a:buNone/>
              <a:defRPr sz="1400" b="0" i="0">
                <a:solidFill>
                  <a:schemeClr val="bg1"/>
                </a:solidFill>
                <a:latin typeface="Avenir Book" panose="02000503020000020003" pitchFamily="2" charset="0"/>
              </a:defRPr>
            </a:lvl1pPr>
          </a:lstStyle>
          <a:p>
            <a:endParaRPr lang="en-US" dirty="0"/>
          </a:p>
        </p:txBody>
      </p:sp>
      <p:sp>
        <p:nvSpPr>
          <p:cNvPr id="3" name="Subtitle 2">
            <a:extLst>
              <a:ext uri="{FF2B5EF4-FFF2-40B4-BE49-F238E27FC236}">
                <a16:creationId xmlns:a16="http://schemas.microsoft.com/office/drawing/2014/main" id="{E0C4CF15-8EEB-3E61-A35B-A44FACDCD36B}"/>
              </a:ext>
            </a:extLst>
          </p:cNvPr>
          <p:cNvSpPr>
            <a:spLocks noGrp="1"/>
          </p:cNvSpPr>
          <p:nvPr>
            <p:ph type="subTitle" idx="1"/>
          </p:nvPr>
        </p:nvSpPr>
        <p:spPr>
          <a:xfrm>
            <a:off x="7528308" y="5901989"/>
            <a:ext cx="4085468" cy="468087"/>
          </a:xfrm>
        </p:spPr>
        <p:txBody>
          <a:bodyPr lIns="0" tIns="0" rIns="0" bIns="0">
            <a:normAutofit/>
          </a:bodyPr>
          <a:lstStyle>
            <a:lvl1pPr marL="0" indent="0" algn="ctr">
              <a:buNone/>
              <a:defRPr sz="18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830254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F986A58D-6106-E01B-0BDC-2F992AD25A9D}"/>
              </a:ext>
            </a:extLst>
          </p:cNvPr>
          <p:cNvSpPr>
            <a:spLocks noGrp="1"/>
          </p:cNvSpPr>
          <p:nvPr>
            <p:ph type="title"/>
          </p:nvPr>
        </p:nvSpPr>
        <p:spPr>
          <a:xfrm>
            <a:off x="638462" y="1399032"/>
            <a:ext cx="5486400" cy="676656"/>
          </a:xfrm>
        </p:spPr>
        <p:txBody>
          <a:bodyPr lIns="0" tIns="0" rIns="0" bIns="0" anchor="ctr"/>
          <a:lstStyle>
            <a:lvl1pPr>
              <a:defRPr sz="5500">
                <a:solidFill>
                  <a:schemeClr val="accent4"/>
                </a:solidFill>
                <a:latin typeface="+mj-lt"/>
              </a:defRPr>
            </a:lvl1pPr>
          </a:lstStyle>
          <a:p>
            <a:r>
              <a:rPr lang="en-US" dirty="0"/>
              <a:t>Click to edit Master title style</a:t>
            </a:r>
          </a:p>
        </p:txBody>
      </p:sp>
      <p:sp>
        <p:nvSpPr>
          <p:cNvPr id="8" name="Text Placeholder 15">
            <a:extLst>
              <a:ext uri="{FF2B5EF4-FFF2-40B4-BE49-F238E27FC236}">
                <a16:creationId xmlns:a16="http://schemas.microsoft.com/office/drawing/2014/main" id="{CC404B5F-F158-CEF8-E5AF-9B7601510FA5}"/>
              </a:ext>
            </a:extLst>
          </p:cNvPr>
          <p:cNvSpPr>
            <a:spLocks noGrp="1"/>
          </p:cNvSpPr>
          <p:nvPr>
            <p:ph type="body" sz="quarter" idx="13"/>
          </p:nvPr>
        </p:nvSpPr>
        <p:spPr>
          <a:xfrm>
            <a:off x="6428232" y="1481328"/>
            <a:ext cx="2227344" cy="677817"/>
          </a:xfrm>
        </p:spPr>
        <p:txBody>
          <a:bodyPr lIns="0" tIns="0" rIns="0" bIns="0">
            <a:noAutofit/>
          </a:bodyPr>
          <a:lstStyle>
            <a:lvl1pPr marL="0" indent="0">
              <a:buNone/>
              <a:defRPr sz="1600" b="1" i="0">
                <a:solidFill>
                  <a:srgbClr val="C16548"/>
                </a:solidFill>
                <a:latin typeface="+mn-lt"/>
              </a:defRPr>
            </a:lvl1pPr>
          </a:lstStyle>
          <a:p>
            <a:pPr lvl="0"/>
            <a:r>
              <a:rPr lang="en-US" dirty="0"/>
              <a:t>Click to edit Master text styles</a:t>
            </a:r>
          </a:p>
        </p:txBody>
      </p:sp>
      <p:sp>
        <p:nvSpPr>
          <p:cNvPr id="28" name="Text Placeholder 15">
            <a:extLst>
              <a:ext uri="{FF2B5EF4-FFF2-40B4-BE49-F238E27FC236}">
                <a16:creationId xmlns:a16="http://schemas.microsoft.com/office/drawing/2014/main" id="{25014DBD-FC37-6FBB-AEBA-C826652821F8}"/>
              </a:ext>
            </a:extLst>
          </p:cNvPr>
          <p:cNvSpPr>
            <a:spLocks noGrp="1"/>
          </p:cNvSpPr>
          <p:nvPr>
            <p:ph type="body" sz="quarter" idx="20"/>
          </p:nvPr>
        </p:nvSpPr>
        <p:spPr>
          <a:xfrm>
            <a:off x="6428232" y="3941064"/>
            <a:ext cx="2227344" cy="677817"/>
          </a:xfrm>
        </p:spPr>
        <p:txBody>
          <a:bodyPr lIns="0" tIns="0" rIns="0" bIns="0">
            <a:noAutofit/>
          </a:bodyPr>
          <a:lstStyle>
            <a:lvl1pPr marL="0" indent="0">
              <a:buNone/>
              <a:defRPr sz="1600" b="1" i="0">
                <a:solidFill>
                  <a:srgbClr val="C16548"/>
                </a:solidFill>
                <a:latin typeface="+mn-lt"/>
              </a:defRPr>
            </a:lvl1pPr>
          </a:lstStyle>
          <a:p>
            <a:pPr lvl="0"/>
            <a:r>
              <a:rPr lang="en-US" dirty="0"/>
              <a:t>Click to edit Master text styles</a:t>
            </a:r>
          </a:p>
        </p:txBody>
      </p:sp>
      <p:sp>
        <p:nvSpPr>
          <p:cNvPr id="26" name="Text Placeholder 15">
            <a:extLst>
              <a:ext uri="{FF2B5EF4-FFF2-40B4-BE49-F238E27FC236}">
                <a16:creationId xmlns:a16="http://schemas.microsoft.com/office/drawing/2014/main" id="{F62835A7-C3E7-285E-CDF2-A44B022CFA16}"/>
              </a:ext>
            </a:extLst>
          </p:cNvPr>
          <p:cNvSpPr>
            <a:spLocks noGrp="1"/>
          </p:cNvSpPr>
          <p:nvPr>
            <p:ph type="body" sz="quarter" idx="18"/>
          </p:nvPr>
        </p:nvSpPr>
        <p:spPr>
          <a:xfrm>
            <a:off x="9326880" y="1481328"/>
            <a:ext cx="2227344" cy="677817"/>
          </a:xfrm>
        </p:spPr>
        <p:txBody>
          <a:bodyPr lIns="0" tIns="0" rIns="0" bIns="0">
            <a:noAutofit/>
          </a:bodyPr>
          <a:lstStyle>
            <a:lvl1pPr marL="0" indent="0">
              <a:buNone/>
              <a:defRPr sz="1600" b="1" i="0">
                <a:solidFill>
                  <a:srgbClr val="C16548"/>
                </a:solidFill>
                <a:latin typeface="+mn-lt"/>
              </a:defRPr>
            </a:lvl1pPr>
          </a:lstStyle>
          <a:p>
            <a:pPr lvl="0"/>
            <a:r>
              <a:rPr lang="en-US" dirty="0"/>
              <a:t>Click to edit Master text styles</a:t>
            </a:r>
          </a:p>
        </p:txBody>
      </p:sp>
      <p:sp>
        <p:nvSpPr>
          <p:cNvPr id="24" name="Text Placeholder 15">
            <a:extLst>
              <a:ext uri="{FF2B5EF4-FFF2-40B4-BE49-F238E27FC236}">
                <a16:creationId xmlns:a16="http://schemas.microsoft.com/office/drawing/2014/main" id="{EB251253-703B-546E-AB34-52E0AE4AA63E}"/>
              </a:ext>
            </a:extLst>
          </p:cNvPr>
          <p:cNvSpPr>
            <a:spLocks noGrp="1"/>
          </p:cNvSpPr>
          <p:nvPr>
            <p:ph type="body" sz="quarter" idx="16"/>
          </p:nvPr>
        </p:nvSpPr>
        <p:spPr>
          <a:xfrm>
            <a:off x="9326880" y="3941064"/>
            <a:ext cx="2227344" cy="677817"/>
          </a:xfrm>
        </p:spPr>
        <p:txBody>
          <a:bodyPr lIns="0" tIns="0" rIns="0" bIns="0">
            <a:noAutofit/>
          </a:bodyPr>
          <a:lstStyle>
            <a:lvl1pPr marL="0" indent="0">
              <a:buNone/>
              <a:defRPr sz="1600" b="1" i="0">
                <a:solidFill>
                  <a:srgbClr val="C16548"/>
                </a:solidFill>
                <a:latin typeface="+mn-lt"/>
              </a:defRPr>
            </a:lvl1pPr>
          </a:lstStyle>
          <a:p>
            <a:pPr lvl="0"/>
            <a:r>
              <a:rPr lang="en-US" dirty="0"/>
              <a:t>Click to edit Master text styles</a:t>
            </a:r>
          </a:p>
        </p:txBody>
      </p:sp>
      <p:sp>
        <p:nvSpPr>
          <p:cNvPr id="21" name="Text Placeholder 18">
            <a:extLst>
              <a:ext uri="{FF2B5EF4-FFF2-40B4-BE49-F238E27FC236}">
                <a16:creationId xmlns:a16="http://schemas.microsoft.com/office/drawing/2014/main" id="{AAD5CDF0-03F4-067C-A930-F9EEE3F0E32B}"/>
              </a:ext>
            </a:extLst>
          </p:cNvPr>
          <p:cNvSpPr>
            <a:spLocks noGrp="1"/>
          </p:cNvSpPr>
          <p:nvPr>
            <p:ph type="body" sz="quarter" idx="26"/>
          </p:nvPr>
        </p:nvSpPr>
        <p:spPr>
          <a:xfrm>
            <a:off x="6428232" y="2157984"/>
            <a:ext cx="2227344" cy="1645920"/>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22" name="Text Placeholder 18">
            <a:extLst>
              <a:ext uri="{FF2B5EF4-FFF2-40B4-BE49-F238E27FC236}">
                <a16:creationId xmlns:a16="http://schemas.microsoft.com/office/drawing/2014/main" id="{1EA0E8C0-9652-ED9C-4CD9-6B72392D6DF2}"/>
              </a:ext>
            </a:extLst>
          </p:cNvPr>
          <p:cNvSpPr>
            <a:spLocks noGrp="1"/>
          </p:cNvSpPr>
          <p:nvPr>
            <p:ph type="body" sz="quarter" idx="27"/>
          </p:nvPr>
        </p:nvSpPr>
        <p:spPr>
          <a:xfrm>
            <a:off x="6428232" y="4626864"/>
            <a:ext cx="2227344" cy="1645920"/>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23" name="Text Placeholder 18">
            <a:extLst>
              <a:ext uri="{FF2B5EF4-FFF2-40B4-BE49-F238E27FC236}">
                <a16:creationId xmlns:a16="http://schemas.microsoft.com/office/drawing/2014/main" id="{50155057-5F64-A44D-EBB6-913EC89187C0}"/>
              </a:ext>
            </a:extLst>
          </p:cNvPr>
          <p:cNvSpPr>
            <a:spLocks noGrp="1"/>
          </p:cNvSpPr>
          <p:nvPr>
            <p:ph type="body" sz="quarter" idx="28"/>
          </p:nvPr>
        </p:nvSpPr>
        <p:spPr>
          <a:xfrm>
            <a:off x="9326880" y="2157984"/>
            <a:ext cx="2227344" cy="1645920"/>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20" name="Text Placeholder 18">
            <a:extLst>
              <a:ext uri="{FF2B5EF4-FFF2-40B4-BE49-F238E27FC236}">
                <a16:creationId xmlns:a16="http://schemas.microsoft.com/office/drawing/2014/main" id="{095532FA-0A0C-CF19-D640-F92609A78223}"/>
              </a:ext>
            </a:extLst>
          </p:cNvPr>
          <p:cNvSpPr>
            <a:spLocks noGrp="1"/>
          </p:cNvSpPr>
          <p:nvPr>
            <p:ph type="body" sz="quarter" idx="25"/>
          </p:nvPr>
        </p:nvSpPr>
        <p:spPr>
          <a:xfrm>
            <a:off x="9326880" y="4626864"/>
            <a:ext cx="2227344" cy="1645920"/>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2086189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5" name="Picture Placeholder 26">
            <a:extLst>
              <a:ext uri="{FF2B5EF4-FFF2-40B4-BE49-F238E27FC236}">
                <a16:creationId xmlns:a16="http://schemas.microsoft.com/office/drawing/2014/main" id="{6A67D644-32E7-08DE-4A04-59BC59DA67E6}"/>
              </a:ext>
            </a:extLst>
          </p:cNvPr>
          <p:cNvSpPr>
            <a:spLocks noGrp="1"/>
          </p:cNvSpPr>
          <p:nvPr>
            <p:ph type="pic" sz="quarter" idx="10"/>
          </p:nvPr>
        </p:nvSpPr>
        <p:spPr>
          <a:xfrm>
            <a:off x="3923536" y="697867"/>
            <a:ext cx="4344928" cy="5462266"/>
          </a:xfrm>
          <a:custGeom>
            <a:avLst/>
            <a:gdLst>
              <a:gd name="connsiteX0" fmla="*/ 2247899 w 4495799"/>
              <a:gd name="connsiteY0" fmla="*/ 0 h 5651934"/>
              <a:gd name="connsiteX1" fmla="*/ 4495799 w 4495799"/>
              <a:gd name="connsiteY1" fmla="*/ 2223551 h 5651934"/>
              <a:gd name="connsiteX2" fmla="*/ 4495799 w 4495799"/>
              <a:gd name="connsiteY2" fmla="*/ 5651934 h 5651934"/>
              <a:gd name="connsiteX3" fmla="*/ 0 w 4495799"/>
              <a:gd name="connsiteY3" fmla="*/ 5651934 h 5651934"/>
              <a:gd name="connsiteX4" fmla="*/ 0 w 4495799"/>
              <a:gd name="connsiteY4" fmla="*/ 2223531 h 5651934"/>
              <a:gd name="connsiteX5" fmla="*/ 11605 w 4495799"/>
              <a:gd name="connsiteY5" fmla="*/ 1996206 h 5651934"/>
              <a:gd name="connsiteX6" fmla="*/ 2247899 w 4495799"/>
              <a:gd name="connsiteY6" fmla="*/ 0 h 565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95799" h="5651934">
                <a:moveTo>
                  <a:pt x="2247899" y="0"/>
                </a:moveTo>
                <a:cubicBezTo>
                  <a:pt x="3489380" y="0"/>
                  <a:pt x="4495799" y="995518"/>
                  <a:pt x="4495799" y="2223551"/>
                </a:cubicBezTo>
                <a:lnTo>
                  <a:pt x="4495799" y="5651934"/>
                </a:lnTo>
                <a:lnTo>
                  <a:pt x="0" y="5651934"/>
                </a:lnTo>
                <a:lnTo>
                  <a:pt x="0" y="2223531"/>
                </a:lnTo>
                <a:lnTo>
                  <a:pt x="11605" y="1996206"/>
                </a:lnTo>
                <a:cubicBezTo>
                  <a:pt x="126720" y="874967"/>
                  <a:pt x="1084011" y="0"/>
                  <a:pt x="2247899" y="0"/>
                </a:cubicBezTo>
                <a:close/>
              </a:path>
            </a:pathLst>
          </a:custGeom>
          <a:solidFill>
            <a:schemeClr val="accent3"/>
          </a:solidFill>
        </p:spPr>
        <p:txBody>
          <a:bodyPr wrap="square" anchor="ctr">
            <a:noAutofit/>
          </a:bodyPr>
          <a:lstStyle>
            <a:lvl1pPr marL="0" indent="0" algn="ctr">
              <a:buNone/>
              <a:defRPr sz="1400" b="0" i="0">
                <a:latin typeface="+mn-lt"/>
              </a:defRPr>
            </a:lvl1pPr>
          </a:lstStyle>
          <a:p>
            <a:endParaRPr lang="en-US" dirty="0"/>
          </a:p>
        </p:txBody>
      </p:sp>
      <p:sp>
        <p:nvSpPr>
          <p:cNvPr id="2" name="Title 1">
            <a:extLst>
              <a:ext uri="{FF2B5EF4-FFF2-40B4-BE49-F238E27FC236}">
                <a16:creationId xmlns:a16="http://schemas.microsoft.com/office/drawing/2014/main" id="{E5736C06-E9E1-16BE-139D-B69DCBBD28E1}"/>
              </a:ext>
            </a:extLst>
          </p:cNvPr>
          <p:cNvSpPr>
            <a:spLocks noGrp="1"/>
          </p:cNvSpPr>
          <p:nvPr>
            <p:ph type="title" hasCustomPrompt="1"/>
          </p:nvPr>
        </p:nvSpPr>
        <p:spPr>
          <a:xfrm>
            <a:off x="838200" y="0"/>
            <a:ext cx="10515600" cy="1736204"/>
          </a:xfrm>
        </p:spPr>
        <p:txBody>
          <a:bodyPr anchor="ctr">
            <a:noAutofit/>
          </a:bodyPr>
          <a:lstStyle>
            <a:lvl1pPr algn="ctr">
              <a:defRPr sz="8000">
                <a:solidFill>
                  <a:schemeClr val="accent1"/>
                </a:solidFill>
                <a:latin typeface="+mj-lt"/>
              </a:defRPr>
            </a:lvl1pPr>
          </a:lstStyle>
          <a:p>
            <a:r>
              <a:rPr lang="en-US" dirty="0"/>
              <a:t>Master title</a:t>
            </a:r>
          </a:p>
        </p:txBody>
      </p:sp>
      <p:sp>
        <p:nvSpPr>
          <p:cNvPr id="6" name="Text Placeholder 5">
            <a:extLst>
              <a:ext uri="{FF2B5EF4-FFF2-40B4-BE49-F238E27FC236}">
                <a16:creationId xmlns:a16="http://schemas.microsoft.com/office/drawing/2014/main" id="{C21A91CD-FAA1-12A5-36FC-FB6877A5CFCD}"/>
              </a:ext>
            </a:extLst>
          </p:cNvPr>
          <p:cNvSpPr>
            <a:spLocks noGrp="1"/>
          </p:cNvSpPr>
          <p:nvPr>
            <p:ph type="body" sz="quarter" idx="11" hasCustomPrompt="1"/>
          </p:nvPr>
        </p:nvSpPr>
        <p:spPr>
          <a:xfrm>
            <a:off x="837235" y="5501848"/>
            <a:ext cx="10515600" cy="1356152"/>
          </a:xfrm>
        </p:spPr>
        <p:txBody>
          <a:bodyPr anchor="ctr">
            <a:noAutofit/>
          </a:bodyPr>
          <a:lstStyle>
            <a:lvl1pPr marL="0" indent="0" algn="ctr">
              <a:buNone/>
              <a:defRPr sz="8000" b="0" spc="500" baseline="0">
                <a:solidFill>
                  <a:schemeClr val="accent1"/>
                </a:solidFill>
                <a:latin typeface="+mj-lt"/>
              </a:defRPr>
            </a:lvl1pPr>
          </a:lstStyle>
          <a:p>
            <a:r>
              <a:rPr lang="en-US" dirty="0"/>
              <a:t>Master title</a:t>
            </a:r>
            <a:endParaRPr lang="en-US" dirty="0">
              <a:solidFill>
                <a:schemeClr val="accent1"/>
              </a:solidFill>
            </a:endParaRPr>
          </a:p>
        </p:txBody>
      </p:sp>
    </p:spTree>
    <p:extLst>
      <p:ext uri="{BB962C8B-B14F-4D97-AF65-F5344CB8AC3E}">
        <p14:creationId xmlns:p14="http://schemas.microsoft.com/office/powerpoint/2010/main" val="2937960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610349A9-96E5-48EF-811D-326560B8C152}"/>
              </a:ext>
            </a:extLst>
          </p:cNvPr>
          <p:cNvSpPr>
            <a:spLocks noGrp="1"/>
          </p:cNvSpPr>
          <p:nvPr>
            <p:ph type="title" hasCustomPrompt="1"/>
          </p:nvPr>
        </p:nvSpPr>
        <p:spPr>
          <a:xfrm>
            <a:off x="5590572" y="1188358"/>
            <a:ext cx="5962964" cy="1335273"/>
          </a:xfrm>
        </p:spPr>
        <p:txBody>
          <a:bodyPr lIns="0" tIns="0" rIns="0" bIns="0" anchor="t">
            <a:noAutofit/>
          </a:bodyPr>
          <a:lstStyle>
            <a:lvl1pPr>
              <a:defRPr sz="5500">
                <a:solidFill>
                  <a:schemeClr val="accent4"/>
                </a:solidFill>
                <a:latin typeface="+mj-lt"/>
              </a:defRPr>
            </a:lvl1pPr>
          </a:lstStyle>
          <a:p>
            <a:r>
              <a:rPr lang="en-US" dirty="0"/>
              <a:t>Master title style</a:t>
            </a:r>
          </a:p>
        </p:txBody>
      </p:sp>
      <p:sp>
        <p:nvSpPr>
          <p:cNvPr id="15" name="Picture Placeholder 26">
            <a:extLst>
              <a:ext uri="{FF2B5EF4-FFF2-40B4-BE49-F238E27FC236}">
                <a16:creationId xmlns:a16="http://schemas.microsoft.com/office/drawing/2014/main" id="{E0689DF6-C6F5-534C-0D45-ED59D0031289}"/>
              </a:ext>
            </a:extLst>
          </p:cNvPr>
          <p:cNvSpPr>
            <a:spLocks noGrp="1"/>
          </p:cNvSpPr>
          <p:nvPr>
            <p:ph type="pic" sz="quarter" idx="10"/>
          </p:nvPr>
        </p:nvSpPr>
        <p:spPr>
          <a:xfrm>
            <a:off x="838200" y="860958"/>
            <a:ext cx="4085468" cy="5136084"/>
          </a:xfrm>
          <a:custGeom>
            <a:avLst/>
            <a:gdLst>
              <a:gd name="connsiteX0" fmla="*/ 2247899 w 4495799"/>
              <a:gd name="connsiteY0" fmla="*/ 0 h 5651934"/>
              <a:gd name="connsiteX1" fmla="*/ 4495799 w 4495799"/>
              <a:gd name="connsiteY1" fmla="*/ 2223551 h 5651934"/>
              <a:gd name="connsiteX2" fmla="*/ 4495799 w 4495799"/>
              <a:gd name="connsiteY2" fmla="*/ 5651934 h 5651934"/>
              <a:gd name="connsiteX3" fmla="*/ 0 w 4495799"/>
              <a:gd name="connsiteY3" fmla="*/ 5651934 h 5651934"/>
              <a:gd name="connsiteX4" fmla="*/ 0 w 4495799"/>
              <a:gd name="connsiteY4" fmla="*/ 2223531 h 5651934"/>
              <a:gd name="connsiteX5" fmla="*/ 11605 w 4495799"/>
              <a:gd name="connsiteY5" fmla="*/ 1996206 h 5651934"/>
              <a:gd name="connsiteX6" fmla="*/ 2247899 w 4495799"/>
              <a:gd name="connsiteY6" fmla="*/ 0 h 565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95799" h="5651934">
                <a:moveTo>
                  <a:pt x="2247899" y="0"/>
                </a:moveTo>
                <a:cubicBezTo>
                  <a:pt x="3489380" y="0"/>
                  <a:pt x="4495799" y="995518"/>
                  <a:pt x="4495799" y="2223551"/>
                </a:cubicBezTo>
                <a:lnTo>
                  <a:pt x="4495799" y="5651934"/>
                </a:lnTo>
                <a:lnTo>
                  <a:pt x="0" y="5651934"/>
                </a:lnTo>
                <a:lnTo>
                  <a:pt x="0" y="2223531"/>
                </a:lnTo>
                <a:lnTo>
                  <a:pt x="11605" y="1996206"/>
                </a:lnTo>
                <a:cubicBezTo>
                  <a:pt x="126720" y="874967"/>
                  <a:pt x="1084011" y="0"/>
                  <a:pt x="2247899" y="0"/>
                </a:cubicBezTo>
                <a:close/>
              </a:path>
            </a:pathLst>
          </a:custGeom>
          <a:solidFill>
            <a:schemeClr val="accent2"/>
          </a:solidFill>
        </p:spPr>
        <p:txBody>
          <a:bodyPr wrap="square" anchor="ctr">
            <a:noAutofit/>
          </a:bodyPr>
          <a:lstStyle>
            <a:lvl1pPr marL="0" indent="0" algn="ctr">
              <a:buNone/>
              <a:defRPr sz="1400" b="0" i="0">
                <a:latin typeface="+mn-lt"/>
              </a:defRPr>
            </a:lvl1pPr>
          </a:lstStyle>
          <a:p>
            <a:endParaRPr lang="en-US" dirty="0"/>
          </a:p>
        </p:txBody>
      </p:sp>
      <p:sp>
        <p:nvSpPr>
          <p:cNvPr id="24" name="Text Placeholder 15">
            <a:extLst>
              <a:ext uri="{FF2B5EF4-FFF2-40B4-BE49-F238E27FC236}">
                <a16:creationId xmlns:a16="http://schemas.microsoft.com/office/drawing/2014/main" id="{EB251253-703B-546E-AB34-52E0AE4AA63E}"/>
              </a:ext>
            </a:extLst>
          </p:cNvPr>
          <p:cNvSpPr>
            <a:spLocks noGrp="1"/>
          </p:cNvSpPr>
          <p:nvPr>
            <p:ph type="body" sz="quarter" idx="16"/>
          </p:nvPr>
        </p:nvSpPr>
        <p:spPr>
          <a:xfrm>
            <a:off x="5590571" y="3000733"/>
            <a:ext cx="5763227" cy="2996309"/>
          </a:xfrm>
        </p:spPr>
        <p:txBody>
          <a:bodyPr lIns="0" tIns="0" rIns="0" bIns="0">
            <a:noAutofit/>
          </a:bodyPr>
          <a:lstStyle>
            <a:lvl1pPr marL="285750" indent="-285750">
              <a:buFont typeface="Arial" panose="020B0604020202020204" pitchFamily="34" charset="0"/>
              <a:buChar char="•"/>
              <a:defRPr sz="1600" b="1" i="0">
                <a:solidFill>
                  <a:srgbClr val="C16548"/>
                </a:solidFill>
                <a:latin typeface="+mn-lt"/>
              </a:defRPr>
            </a:lvl1pPr>
          </a:lstStyle>
          <a:p>
            <a:pPr lvl="0"/>
            <a:r>
              <a:rPr lang="en-US" dirty="0"/>
              <a:t>Click to edit Master text styles</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Click to edit Master text styles</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Click to edit Master text styles</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618571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36C06-E9E1-16BE-139D-B69DCBBD28E1}"/>
              </a:ext>
            </a:extLst>
          </p:cNvPr>
          <p:cNvSpPr>
            <a:spLocks noGrp="1"/>
          </p:cNvSpPr>
          <p:nvPr>
            <p:ph type="title"/>
          </p:nvPr>
        </p:nvSpPr>
        <p:spPr>
          <a:xfrm>
            <a:off x="638462" y="642551"/>
            <a:ext cx="10915076" cy="1192137"/>
          </a:xfrm>
        </p:spPr>
        <p:txBody>
          <a:bodyPr lIns="0" tIns="0" rIns="0" bIns="0" anchor="t"/>
          <a:lstStyle>
            <a:lvl1pPr algn="ctr">
              <a:defRPr sz="5500">
                <a:solidFill>
                  <a:schemeClr val="accent4"/>
                </a:solidFill>
              </a:defRPr>
            </a:lvl1pPr>
          </a:lstStyle>
          <a:p>
            <a:r>
              <a:rPr lang="en-US" dirty="0"/>
              <a:t>Click to edit Master</a:t>
            </a:r>
          </a:p>
        </p:txBody>
      </p:sp>
      <p:sp>
        <p:nvSpPr>
          <p:cNvPr id="15" name="Text Placeholder 15">
            <a:extLst>
              <a:ext uri="{FF2B5EF4-FFF2-40B4-BE49-F238E27FC236}">
                <a16:creationId xmlns:a16="http://schemas.microsoft.com/office/drawing/2014/main" id="{08E835A2-9A63-E732-F9E2-A4F4914B1769}"/>
              </a:ext>
            </a:extLst>
          </p:cNvPr>
          <p:cNvSpPr>
            <a:spLocks noGrp="1"/>
          </p:cNvSpPr>
          <p:nvPr>
            <p:ph type="body" sz="quarter" idx="24" hasCustomPrompt="1"/>
          </p:nvPr>
        </p:nvSpPr>
        <p:spPr>
          <a:xfrm>
            <a:off x="636455" y="1834688"/>
            <a:ext cx="5310927" cy="723085"/>
          </a:xfrm>
          <a:solidFill>
            <a:schemeClr val="accent4"/>
          </a:solidFill>
          <a:ln>
            <a:solidFill>
              <a:schemeClr val="accent4"/>
            </a:solidFill>
          </a:ln>
        </p:spPr>
        <p:txBody>
          <a:bodyPr lIns="0" tIns="0" rIns="0" bIns="0" anchor="ctr">
            <a:noAutofit/>
          </a:bodyPr>
          <a:lstStyle>
            <a:lvl1pPr marL="0" indent="0" algn="ctr">
              <a:buNone/>
              <a:defRPr sz="2400" b="0" i="0" spc="500" baseline="0">
                <a:solidFill>
                  <a:schemeClr val="bg1"/>
                </a:solidFill>
                <a:latin typeface="+mj-lt"/>
              </a:defRPr>
            </a:lvl1pPr>
          </a:lstStyle>
          <a:p>
            <a:pPr lvl="0"/>
            <a:r>
              <a:rPr lang="en-US" dirty="0"/>
              <a:t>Master text styles</a:t>
            </a:r>
          </a:p>
        </p:txBody>
      </p:sp>
      <p:sp>
        <p:nvSpPr>
          <p:cNvPr id="27" name="Text Placeholder 15">
            <a:extLst>
              <a:ext uri="{FF2B5EF4-FFF2-40B4-BE49-F238E27FC236}">
                <a16:creationId xmlns:a16="http://schemas.microsoft.com/office/drawing/2014/main" id="{7CA4D69F-DA63-104E-3FB3-1F2D82C3B599}"/>
              </a:ext>
            </a:extLst>
          </p:cNvPr>
          <p:cNvSpPr>
            <a:spLocks noGrp="1"/>
          </p:cNvSpPr>
          <p:nvPr>
            <p:ph type="body" sz="quarter" idx="40" hasCustomPrompt="1"/>
          </p:nvPr>
        </p:nvSpPr>
        <p:spPr>
          <a:xfrm>
            <a:off x="6244466" y="1834688"/>
            <a:ext cx="5310927" cy="723085"/>
          </a:xfrm>
          <a:solidFill>
            <a:schemeClr val="accent1"/>
          </a:solidFill>
          <a:ln>
            <a:solidFill>
              <a:schemeClr val="accent1"/>
            </a:solidFill>
          </a:ln>
        </p:spPr>
        <p:txBody>
          <a:bodyPr lIns="0" tIns="0" rIns="0" bIns="0" anchor="ctr">
            <a:noAutofit/>
          </a:bodyPr>
          <a:lstStyle>
            <a:lvl1pPr marL="0" indent="0" algn="ctr">
              <a:buNone/>
              <a:defRPr sz="2400" b="0" i="0" spc="500" baseline="0">
                <a:solidFill>
                  <a:schemeClr val="bg1"/>
                </a:solidFill>
                <a:latin typeface="+mj-lt"/>
              </a:defRPr>
            </a:lvl1pPr>
          </a:lstStyle>
          <a:p>
            <a:pPr lvl="0"/>
            <a:r>
              <a:rPr lang="en-US" dirty="0"/>
              <a:t>Master text styles</a:t>
            </a:r>
          </a:p>
        </p:txBody>
      </p:sp>
      <p:sp>
        <p:nvSpPr>
          <p:cNvPr id="8" name="Text Placeholder 15">
            <a:extLst>
              <a:ext uri="{FF2B5EF4-FFF2-40B4-BE49-F238E27FC236}">
                <a16:creationId xmlns:a16="http://schemas.microsoft.com/office/drawing/2014/main" id="{CC404B5F-F158-CEF8-E5AF-9B7601510FA5}"/>
              </a:ext>
            </a:extLst>
          </p:cNvPr>
          <p:cNvSpPr>
            <a:spLocks noGrp="1"/>
          </p:cNvSpPr>
          <p:nvPr>
            <p:ph type="body" sz="quarter" idx="13" hasCustomPrompt="1"/>
          </p:nvPr>
        </p:nvSpPr>
        <p:spPr>
          <a:xfrm>
            <a:off x="636455" y="2557773"/>
            <a:ext cx="1769072" cy="425705"/>
          </a:xfrm>
          <a:solidFill>
            <a:schemeClr val="accent4">
              <a:lumMod val="20000"/>
              <a:lumOff val="80000"/>
            </a:schemeClr>
          </a:solidFill>
          <a:ln>
            <a:solidFill>
              <a:schemeClr val="accent4"/>
            </a:solidFill>
          </a:ln>
        </p:spPr>
        <p:txBody>
          <a:bodyPr lIns="91440" tIns="91440" rIns="91440" bIns="91440" anchor="ctr">
            <a:noAutofit/>
          </a:bodyPr>
          <a:lstStyle>
            <a:lvl1pPr marL="0" indent="0" algn="ctr">
              <a:buNone/>
              <a:defRPr sz="1600" b="0" i="0">
                <a:solidFill>
                  <a:schemeClr val="accent4"/>
                </a:solidFill>
                <a:latin typeface="+mn-lt"/>
              </a:defRPr>
            </a:lvl1pPr>
          </a:lstStyle>
          <a:p>
            <a:pPr lvl="0"/>
            <a:r>
              <a:rPr lang="en-US" dirty="0"/>
              <a:t>Master text</a:t>
            </a:r>
          </a:p>
        </p:txBody>
      </p:sp>
      <p:sp>
        <p:nvSpPr>
          <p:cNvPr id="34" name="Text Placeholder 15">
            <a:extLst>
              <a:ext uri="{FF2B5EF4-FFF2-40B4-BE49-F238E27FC236}">
                <a16:creationId xmlns:a16="http://schemas.microsoft.com/office/drawing/2014/main" id="{CAC50623-C141-FF48-2679-AD0F48D51D1E}"/>
              </a:ext>
            </a:extLst>
          </p:cNvPr>
          <p:cNvSpPr>
            <a:spLocks noGrp="1"/>
          </p:cNvSpPr>
          <p:nvPr>
            <p:ph type="body" sz="quarter" idx="25" hasCustomPrompt="1"/>
          </p:nvPr>
        </p:nvSpPr>
        <p:spPr>
          <a:xfrm>
            <a:off x="2405526" y="2557773"/>
            <a:ext cx="1772935" cy="425705"/>
          </a:xfrm>
          <a:solidFill>
            <a:schemeClr val="accent4">
              <a:lumMod val="20000"/>
              <a:lumOff val="80000"/>
            </a:schemeClr>
          </a:solidFill>
          <a:ln>
            <a:solidFill>
              <a:schemeClr val="accent4"/>
            </a:solidFill>
          </a:ln>
        </p:spPr>
        <p:txBody>
          <a:bodyPr lIns="91440" tIns="91440" rIns="91440" bIns="91440" anchor="ctr">
            <a:noAutofit/>
          </a:bodyPr>
          <a:lstStyle>
            <a:lvl1pPr marL="0" indent="0" algn="ctr">
              <a:buNone/>
              <a:defRPr sz="1600" b="0" i="0">
                <a:solidFill>
                  <a:schemeClr val="accent4"/>
                </a:solidFill>
                <a:latin typeface="+mn-lt"/>
              </a:defRPr>
            </a:lvl1pPr>
          </a:lstStyle>
          <a:p>
            <a:pPr lvl="0"/>
            <a:r>
              <a:rPr lang="en-US" dirty="0"/>
              <a:t>Master text</a:t>
            </a:r>
          </a:p>
        </p:txBody>
      </p:sp>
      <p:sp>
        <p:nvSpPr>
          <p:cNvPr id="35" name="Text Placeholder 15">
            <a:extLst>
              <a:ext uri="{FF2B5EF4-FFF2-40B4-BE49-F238E27FC236}">
                <a16:creationId xmlns:a16="http://schemas.microsoft.com/office/drawing/2014/main" id="{FAAA39D6-45B2-A7D3-5DC3-C2459FFFC140}"/>
              </a:ext>
            </a:extLst>
          </p:cNvPr>
          <p:cNvSpPr>
            <a:spLocks noGrp="1"/>
          </p:cNvSpPr>
          <p:nvPr>
            <p:ph type="body" sz="quarter" idx="26" hasCustomPrompt="1"/>
          </p:nvPr>
        </p:nvSpPr>
        <p:spPr>
          <a:xfrm>
            <a:off x="4178310" y="2557773"/>
            <a:ext cx="1769072" cy="425705"/>
          </a:xfrm>
          <a:solidFill>
            <a:schemeClr val="accent4">
              <a:lumMod val="20000"/>
              <a:lumOff val="80000"/>
            </a:schemeClr>
          </a:solidFill>
          <a:ln>
            <a:solidFill>
              <a:schemeClr val="accent4"/>
            </a:solidFill>
          </a:ln>
        </p:spPr>
        <p:txBody>
          <a:bodyPr lIns="91440" tIns="91440" rIns="91440" bIns="91440" anchor="ctr">
            <a:noAutofit/>
          </a:bodyPr>
          <a:lstStyle>
            <a:lvl1pPr marL="0" indent="0" algn="ctr">
              <a:buNone/>
              <a:defRPr sz="1600" b="0" i="0">
                <a:solidFill>
                  <a:schemeClr val="accent4"/>
                </a:solidFill>
                <a:latin typeface="+mn-lt"/>
              </a:defRPr>
            </a:lvl1pPr>
          </a:lstStyle>
          <a:p>
            <a:pPr lvl="0"/>
            <a:r>
              <a:rPr lang="en-US" dirty="0"/>
              <a:t>Master text</a:t>
            </a:r>
          </a:p>
        </p:txBody>
      </p:sp>
      <p:sp>
        <p:nvSpPr>
          <p:cNvPr id="26" name="Text Placeholder 15">
            <a:extLst>
              <a:ext uri="{FF2B5EF4-FFF2-40B4-BE49-F238E27FC236}">
                <a16:creationId xmlns:a16="http://schemas.microsoft.com/office/drawing/2014/main" id="{08456420-6A32-6316-DB13-BD852A1B7ECC}"/>
              </a:ext>
            </a:extLst>
          </p:cNvPr>
          <p:cNvSpPr>
            <a:spLocks noGrp="1"/>
          </p:cNvSpPr>
          <p:nvPr>
            <p:ph type="body" sz="quarter" idx="39" hasCustomPrompt="1"/>
          </p:nvPr>
        </p:nvSpPr>
        <p:spPr>
          <a:xfrm>
            <a:off x="6244466" y="2557773"/>
            <a:ext cx="1769072" cy="425705"/>
          </a:xfrm>
          <a:solidFill>
            <a:schemeClr val="accent2"/>
          </a:solidFill>
          <a:ln>
            <a:solidFill>
              <a:schemeClr val="accent1"/>
            </a:solidFill>
          </a:ln>
        </p:spPr>
        <p:txBody>
          <a:bodyPr lIns="91440" tIns="91440" rIns="91440" bIns="91440" anchor="ctr">
            <a:noAutofit/>
          </a:bodyPr>
          <a:lstStyle>
            <a:lvl1pPr marL="0" indent="0" algn="ctr">
              <a:buNone/>
              <a:defRPr sz="1600" b="0" i="0">
                <a:solidFill>
                  <a:schemeClr val="accent1"/>
                </a:solidFill>
                <a:latin typeface="+mn-lt"/>
              </a:defRPr>
            </a:lvl1pPr>
          </a:lstStyle>
          <a:p>
            <a:pPr lvl="0"/>
            <a:r>
              <a:rPr lang="en-US" dirty="0"/>
              <a:t>Master text</a:t>
            </a:r>
          </a:p>
        </p:txBody>
      </p:sp>
      <p:sp>
        <p:nvSpPr>
          <p:cNvPr id="28" name="Text Placeholder 15">
            <a:extLst>
              <a:ext uri="{FF2B5EF4-FFF2-40B4-BE49-F238E27FC236}">
                <a16:creationId xmlns:a16="http://schemas.microsoft.com/office/drawing/2014/main" id="{4006011E-82D1-0E59-8663-132BB94A82AD}"/>
              </a:ext>
            </a:extLst>
          </p:cNvPr>
          <p:cNvSpPr>
            <a:spLocks noGrp="1"/>
          </p:cNvSpPr>
          <p:nvPr>
            <p:ph type="body" sz="quarter" idx="41" hasCustomPrompt="1"/>
          </p:nvPr>
        </p:nvSpPr>
        <p:spPr>
          <a:xfrm>
            <a:off x="8013537" y="2557773"/>
            <a:ext cx="1772935" cy="425705"/>
          </a:xfrm>
          <a:solidFill>
            <a:schemeClr val="accent2"/>
          </a:solidFill>
          <a:ln>
            <a:solidFill>
              <a:schemeClr val="accent1"/>
            </a:solidFill>
          </a:ln>
        </p:spPr>
        <p:txBody>
          <a:bodyPr lIns="91440" tIns="91440" rIns="91440" bIns="91440" anchor="ctr">
            <a:noAutofit/>
          </a:bodyPr>
          <a:lstStyle>
            <a:lvl1pPr marL="0" indent="0" algn="ctr">
              <a:buNone/>
              <a:defRPr sz="1600" b="0" i="0">
                <a:solidFill>
                  <a:schemeClr val="accent1"/>
                </a:solidFill>
                <a:latin typeface="+mn-lt"/>
              </a:defRPr>
            </a:lvl1pPr>
          </a:lstStyle>
          <a:p>
            <a:pPr lvl="0"/>
            <a:r>
              <a:rPr lang="en-US" dirty="0"/>
              <a:t>Master text</a:t>
            </a:r>
          </a:p>
        </p:txBody>
      </p:sp>
      <p:sp>
        <p:nvSpPr>
          <p:cNvPr id="29" name="Text Placeholder 15">
            <a:extLst>
              <a:ext uri="{FF2B5EF4-FFF2-40B4-BE49-F238E27FC236}">
                <a16:creationId xmlns:a16="http://schemas.microsoft.com/office/drawing/2014/main" id="{979E2337-5EFF-E5EE-D81F-00E835015F4B}"/>
              </a:ext>
            </a:extLst>
          </p:cNvPr>
          <p:cNvSpPr>
            <a:spLocks noGrp="1"/>
          </p:cNvSpPr>
          <p:nvPr>
            <p:ph type="body" sz="quarter" idx="42" hasCustomPrompt="1"/>
          </p:nvPr>
        </p:nvSpPr>
        <p:spPr>
          <a:xfrm>
            <a:off x="9786321" y="2557773"/>
            <a:ext cx="1769072" cy="425705"/>
          </a:xfrm>
          <a:solidFill>
            <a:schemeClr val="accent2"/>
          </a:solidFill>
          <a:ln>
            <a:solidFill>
              <a:schemeClr val="accent1"/>
            </a:solidFill>
          </a:ln>
        </p:spPr>
        <p:txBody>
          <a:bodyPr lIns="91440" tIns="91440" rIns="91440" bIns="91440" anchor="ctr">
            <a:noAutofit/>
          </a:bodyPr>
          <a:lstStyle>
            <a:lvl1pPr marL="0" indent="0" algn="ctr">
              <a:buNone/>
              <a:defRPr sz="1600" b="0" i="0">
                <a:solidFill>
                  <a:schemeClr val="accent1"/>
                </a:solidFill>
                <a:latin typeface="+mn-lt"/>
              </a:defRPr>
            </a:lvl1pPr>
          </a:lstStyle>
          <a:p>
            <a:pPr lvl="0"/>
            <a:r>
              <a:rPr lang="en-US" dirty="0"/>
              <a:t>Master text</a:t>
            </a:r>
          </a:p>
        </p:txBody>
      </p:sp>
      <p:sp>
        <p:nvSpPr>
          <p:cNvPr id="20" name="Text Placeholder 18">
            <a:extLst>
              <a:ext uri="{FF2B5EF4-FFF2-40B4-BE49-F238E27FC236}">
                <a16:creationId xmlns:a16="http://schemas.microsoft.com/office/drawing/2014/main" id="{BAB66CF5-0D1B-FF68-BB2E-8A5D28F0BC56}"/>
              </a:ext>
            </a:extLst>
          </p:cNvPr>
          <p:cNvSpPr>
            <a:spLocks noGrp="1"/>
          </p:cNvSpPr>
          <p:nvPr>
            <p:ph type="body" sz="quarter" idx="36"/>
          </p:nvPr>
        </p:nvSpPr>
        <p:spPr>
          <a:xfrm>
            <a:off x="636455" y="2983478"/>
            <a:ext cx="1769071" cy="2707233"/>
          </a:xfrm>
          <a:ln>
            <a:solidFill>
              <a:schemeClr val="accent4"/>
            </a:solidFill>
          </a:ln>
        </p:spPr>
        <p:txBody>
          <a:bodyPr lIns="182880" tIns="182880" rIns="182880" bIns="182880">
            <a:noAutofit/>
          </a:bodyPr>
          <a:lstStyle>
            <a:lvl1pPr marL="171450" indent="-171450">
              <a:lnSpc>
                <a:spcPct val="150000"/>
              </a:lnSpc>
              <a:buFont typeface="Arial" panose="020B0604020202020204" pitchFamily="34" charset="0"/>
              <a:buChar char="•"/>
              <a:defRPr sz="1200" b="0" i="0" spc="50" baseline="0">
                <a:solidFill>
                  <a:schemeClr val="accent4"/>
                </a:solidFill>
                <a:latin typeface="+mn-lt"/>
              </a:defRPr>
            </a:lvl1pPr>
          </a:lstStyle>
          <a:p>
            <a:pPr lvl="0"/>
            <a:r>
              <a:rPr lang="en-US" dirty="0"/>
              <a:t>Click to edit Master text styles</a:t>
            </a:r>
          </a:p>
        </p:txBody>
      </p:sp>
      <p:sp>
        <p:nvSpPr>
          <p:cNvPr id="21" name="Text Placeholder 18">
            <a:extLst>
              <a:ext uri="{FF2B5EF4-FFF2-40B4-BE49-F238E27FC236}">
                <a16:creationId xmlns:a16="http://schemas.microsoft.com/office/drawing/2014/main" id="{52E7EFCE-36D7-CF86-2FEF-E3734FE9950E}"/>
              </a:ext>
            </a:extLst>
          </p:cNvPr>
          <p:cNvSpPr>
            <a:spLocks noGrp="1"/>
          </p:cNvSpPr>
          <p:nvPr>
            <p:ph type="body" sz="quarter" idx="37"/>
          </p:nvPr>
        </p:nvSpPr>
        <p:spPr>
          <a:xfrm>
            <a:off x="2405295" y="2983478"/>
            <a:ext cx="1772935" cy="2707233"/>
          </a:xfrm>
          <a:ln>
            <a:solidFill>
              <a:schemeClr val="accent4"/>
            </a:solidFill>
          </a:ln>
        </p:spPr>
        <p:txBody>
          <a:bodyPr lIns="182880" tIns="182880" rIns="182880" bIns="182880">
            <a:noAutofit/>
          </a:bodyPr>
          <a:lstStyle>
            <a:lvl1pPr marL="171450" indent="-171450">
              <a:lnSpc>
                <a:spcPct val="150000"/>
              </a:lnSpc>
              <a:buFont typeface="Arial" panose="020B0604020202020204" pitchFamily="34" charset="0"/>
              <a:buChar char="•"/>
              <a:defRPr sz="1200" b="0" i="0" spc="50" baseline="0">
                <a:solidFill>
                  <a:schemeClr val="accent4"/>
                </a:solidFill>
                <a:latin typeface="+mn-lt"/>
              </a:defRPr>
            </a:lvl1pPr>
          </a:lstStyle>
          <a:p>
            <a:pPr lvl="0"/>
            <a:r>
              <a:rPr lang="en-US" dirty="0"/>
              <a:t>Click to edit Master text styles</a:t>
            </a:r>
          </a:p>
        </p:txBody>
      </p:sp>
      <p:sp>
        <p:nvSpPr>
          <p:cNvPr id="22" name="Text Placeholder 18">
            <a:extLst>
              <a:ext uri="{FF2B5EF4-FFF2-40B4-BE49-F238E27FC236}">
                <a16:creationId xmlns:a16="http://schemas.microsoft.com/office/drawing/2014/main" id="{6E1DCC08-6799-A1AC-28C2-A872BAF1E55A}"/>
              </a:ext>
            </a:extLst>
          </p:cNvPr>
          <p:cNvSpPr>
            <a:spLocks noGrp="1"/>
          </p:cNvSpPr>
          <p:nvPr>
            <p:ph type="body" sz="quarter" idx="38"/>
          </p:nvPr>
        </p:nvSpPr>
        <p:spPr>
          <a:xfrm>
            <a:off x="4178463" y="2983478"/>
            <a:ext cx="1768919" cy="2707233"/>
          </a:xfrm>
          <a:ln>
            <a:solidFill>
              <a:schemeClr val="accent4"/>
            </a:solidFill>
          </a:ln>
        </p:spPr>
        <p:txBody>
          <a:bodyPr lIns="182880" tIns="182880" rIns="182880" bIns="182880">
            <a:noAutofit/>
          </a:bodyPr>
          <a:lstStyle>
            <a:lvl1pPr marL="171450" indent="-171450">
              <a:lnSpc>
                <a:spcPct val="150000"/>
              </a:lnSpc>
              <a:buFont typeface="Arial" panose="020B0604020202020204" pitchFamily="34" charset="0"/>
              <a:buChar char="•"/>
              <a:defRPr sz="1200" b="0" i="0" spc="50" baseline="0">
                <a:solidFill>
                  <a:schemeClr val="accent4"/>
                </a:solidFill>
                <a:latin typeface="+mn-lt"/>
              </a:defRPr>
            </a:lvl1pPr>
          </a:lstStyle>
          <a:p>
            <a:pPr lvl="0"/>
            <a:r>
              <a:rPr lang="en-US" dirty="0"/>
              <a:t>Click to edit Master text styles</a:t>
            </a:r>
          </a:p>
        </p:txBody>
      </p:sp>
      <p:sp>
        <p:nvSpPr>
          <p:cNvPr id="30" name="Text Placeholder 18">
            <a:extLst>
              <a:ext uri="{FF2B5EF4-FFF2-40B4-BE49-F238E27FC236}">
                <a16:creationId xmlns:a16="http://schemas.microsoft.com/office/drawing/2014/main" id="{CE1BF705-AAB1-D537-2C0D-A795D1D4D176}"/>
              </a:ext>
            </a:extLst>
          </p:cNvPr>
          <p:cNvSpPr>
            <a:spLocks noGrp="1"/>
          </p:cNvSpPr>
          <p:nvPr>
            <p:ph type="body" sz="quarter" idx="43"/>
          </p:nvPr>
        </p:nvSpPr>
        <p:spPr>
          <a:xfrm>
            <a:off x="6244466" y="2983478"/>
            <a:ext cx="1769071" cy="2707233"/>
          </a:xfrm>
          <a:ln>
            <a:solidFill>
              <a:schemeClr val="accent1"/>
            </a:solidFill>
          </a:ln>
        </p:spPr>
        <p:txBody>
          <a:bodyPr lIns="182880" tIns="182880" rIns="182880" bIns="182880">
            <a:noAutofit/>
          </a:bodyPr>
          <a:lstStyle>
            <a:lvl1pPr marL="171450" indent="-171450">
              <a:lnSpc>
                <a:spcPct val="150000"/>
              </a:lnSpc>
              <a:buFont typeface="Arial" panose="020B0604020202020204" pitchFamily="34" charset="0"/>
              <a:buChar char="•"/>
              <a:defRPr sz="1200" b="0" i="0" spc="50" baseline="0">
                <a:solidFill>
                  <a:schemeClr val="accent1"/>
                </a:solidFill>
                <a:latin typeface="+mn-lt"/>
              </a:defRPr>
            </a:lvl1pPr>
          </a:lstStyle>
          <a:p>
            <a:pPr lvl="0"/>
            <a:r>
              <a:rPr lang="en-US" dirty="0"/>
              <a:t>Click to edit Master text styles</a:t>
            </a:r>
          </a:p>
        </p:txBody>
      </p:sp>
      <p:sp>
        <p:nvSpPr>
          <p:cNvPr id="31" name="Text Placeholder 18">
            <a:extLst>
              <a:ext uri="{FF2B5EF4-FFF2-40B4-BE49-F238E27FC236}">
                <a16:creationId xmlns:a16="http://schemas.microsoft.com/office/drawing/2014/main" id="{5F504EFC-46D9-97D5-DA53-4D8EB52D1340}"/>
              </a:ext>
            </a:extLst>
          </p:cNvPr>
          <p:cNvSpPr>
            <a:spLocks noGrp="1"/>
          </p:cNvSpPr>
          <p:nvPr>
            <p:ph type="body" sz="quarter" idx="44"/>
          </p:nvPr>
        </p:nvSpPr>
        <p:spPr>
          <a:xfrm>
            <a:off x="8013306" y="2983478"/>
            <a:ext cx="1772935" cy="2707233"/>
          </a:xfrm>
          <a:ln>
            <a:solidFill>
              <a:schemeClr val="accent1"/>
            </a:solidFill>
          </a:ln>
        </p:spPr>
        <p:txBody>
          <a:bodyPr lIns="182880" tIns="182880" rIns="182880" bIns="182880">
            <a:noAutofit/>
          </a:bodyPr>
          <a:lstStyle>
            <a:lvl1pPr marL="171450" indent="-171450">
              <a:lnSpc>
                <a:spcPct val="150000"/>
              </a:lnSpc>
              <a:buFont typeface="Arial" panose="020B0604020202020204" pitchFamily="34" charset="0"/>
              <a:buChar char="•"/>
              <a:defRPr sz="1200" b="0" i="0" spc="50" baseline="0">
                <a:solidFill>
                  <a:schemeClr val="accent1"/>
                </a:solidFill>
                <a:latin typeface="+mn-lt"/>
              </a:defRPr>
            </a:lvl1pPr>
          </a:lstStyle>
          <a:p>
            <a:pPr lvl="0"/>
            <a:r>
              <a:rPr lang="en-US" dirty="0"/>
              <a:t>Click to edit Master text styles</a:t>
            </a:r>
          </a:p>
        </p:txBody>
      </p:sp>
      <p:sp>
        <p:nvSpPr>
          <p:cNvPr id="32" name="Text Placeholder 18">
            <a:extLst>
              <a:ext uri="{FF2B5EF4-FFF2-40B4-BE49-F238E27FC236}">
                <a16:creationId xmlns:a16="http://schemas.microsoft.com/office/drawing/2014/main" id="{C1231552-C2DF-2460-9DCB-33B1379D7509}"/>
              </a:ext>
            </a:extLst>
          </p:cNvPr>
          <p:cNvSpPr>
            <a:spLocks noGrp="1"/>
          </p:cNvSpPr>
          <p:nvPr>
            <p:ph type="body" sz="quarter" idx="45"/>
          </p:nvPr>
        </p:nvSpPr>
        <p:spPr>
          <a:xfrm>
            <a:off x="9786474" y="2983478"/>
            <a:ext cx="1768919" cy="2707233"/>
          </a:xfrm>
          <a:ln>
            <a:solidFill>
              <a:schemeClr val="accent1"/>
            </a:solidFill>
          </a:ln>
        </p:spPr>
        <p:txBody>
          <a:bodyPr lIns="182880" tIns="182880" rIns="182880" bIns="182880">
            <a:noAutofit/>
          </a:bodyPr>
          <a:lstStyle>
            <a:lvl1pPr marL="171450" indent="-171450">
              <a:lnSpc>
                <a:spcPct val="150000"/>
              </a:lnSpc>
              <a:buFont typeface="Arial" panose="020B0604020202020204" pitchFamily="34" charset="0"/>
              <a:buChar char="•"/>
              <a:defRPr sz="1200" b="0" i="0" spc="50" baseline="0">
                <a:solidFill>
                  <a:schemeClr val="accent1"/>
                </a:solidFill>
                <a:latin typeface="+mn-lt"/>
              </a:defRPr>
            </a:lvl1pPr>
          </a:lstStyle>
          <a:p>
            <a:pPr lvl="0"/>
            <a:r>
              <a:rPr lang="en-US" dirty="0"/>
              <a:t>Click to edit Master text styles</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3617834081"/>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36C06-E9E1-16BE-139D-B69DCBBD28E1}"/>
              </a:ext>
            </a:extLst>
          </p:cNvPr>
          <p:cNvSpPr>
            <a:spLocks noGrp="1"/>
          </p:cNvSpPr>
          <p:nvPr>
            <p:ph type="title"/>
          </p:nvPr>
        </p:nvSpPr>
        <p:spPr>
          <a:xfrm>
            <a:off x="638462" y="642551"/>
            <a:ext cx="10915076" cy="1553680"/>
          </a:xfrm>
        </p:spPr>
        <p:txBody>
          <a:bodyPr lIns="0" tIns="0" rIns="0" bIns="0" anchor="t"/>
          <a:lstStyle>
            <a:lvl1pPr algn="ctr">
              <a:defRPr sz="5500">
                <a:solidFill>
                  <a:schemeClr val="accent4"/>
                </a:solidFill>
                <a:latin typeface="+mj-lt"/>
              </a:defRPr>
            </a:lvl1pPr>
          </a:lstStyle>
          <a:p>
            <a:r>
              <a:rPr lang="en-US" dirty="0"/>
              <a:t>Click to edit Master title style</a:t>
            </a:r>
          </a:p>
        </p:txBody>
      </p:sp>
      <p:sp>
        <p:nvSpPr>
          <p:cNvPr id="26" name="Content Placeholder 2">
            <a:extLst>
              <a:ext uri="{FF2B5EF4-FFF2-40B4-BE49-F238E27FC236}">
                <a16:creationId xmlns:a16="http://schemas.microsoft.com/office/drawing/2014/main" id="{87B17915-F2EE-16C0-9704-09115209610D}"/>
              </a:ext>
            </a:extLst>
          </p:cNvPr>
          <p:cNvSpPr>
            <a:spLocks noGrp="1"/>
          </p:cNvSpPr>
          <p:nvPr>
            <p:ph idx="1" hasCustomPrompt="1"/>
          </p:nvPr>
        </p:nvSpPr>
        <p:spPr>
          <a:xfrm>
            <a:off x="512064" y="1655064"/>
            <a:ext cx="11164824" cy="4599432"/>
          </a:xfrm>
        </p:spPr>
        <p:txBody>
          <a:bodyPr>
            <a:noAutofit/>
          </a:bodyPr>
          <a:lstStyle>
            <a:lvl1pPr>
              <a:defRPr sz="3200"/>
            </a:lvl1pPr>
            <a:lvl2pPr marL="457200" indent="0" algn="l">
              <a:buNone/>
              <a:defRPr sz="1400"/>
            </a:lvl2pPr>
            <a:lvl3pPr>
              <a:defRPr sz="2400"/>
            </a:lvl3pPr>
            <a:lvl4pPr>
              <a:defRPr sz="2000"/>
            </a:lvl4pPr>
            <a:lvl5pPr>
              <a:defRPr sz="2000"/>
            </a:lvl5pPr>
            <a:lvl6pPr>
              <a:defRPr sz="2000"/>
            </a:lvl6pPr>
            <a:lvl7pPr>
              <a:defRPr sz="2000"/>
            </a:lvl7pPr>
            <a:lvl8pPr>
              <a:defRPr sz="2000"/>
            </a:lvl8pPr>
            <a:lvl9pPr>
              <a:defRPr sz="2000"/>
            </a:lvl9pPr>
          </a:lstStyle>
          <a:p>
            <a:pPr lvl="1"/>
            <a:r>
              <a:rPr lang="en-US" dirty="0"/>
              <a:t>Smart Graphic</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2409995778"/>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36C06-E9E1-16BE-139D-B69DCBBD28E1}"/>
              </a:ext>
            </a:extLst>
          </p:cNvPr>
          <p:cNvSpPr>
            <a:spLocks noGrp="1"/>
          </p:cNvSpPr>
          <p:nvPr>
            <p:ph type="title"/>
          </p:nvPr>
        </p:nvSpPr>
        <p:spPr>
          <a:xfrm>
            <a:off x="638462" y="642551"/>
            <a:ext cx="10915076" cy="1553680"/>
          </a:xfrm>
        </p:spPr>
        <p:txBody>
          <a:bodyPr lIns="0" tIns="0" rIns="0" bIns="0" anchor="t"/>
          <a:lstStyle>
            <a:lvl1pPr algn="ctr">
              <a:defRPr sz="5500">
                <a:solidFill>
                  <a:schemeClr val="accent4"/>
                </a:solidFill>
                <a:latin typeface="+mj-lt"/>
              </a:defRPr>
            </a:lvl1pPr>
          </a:lstStyle>
          <a:p>
            <a:r>
              <a:rPr lang="en-US" dirty="0"/>
              <a:t>Click to edit Master title style</a:t>
            </a:r>
          </a:p>
        </p:txBody>
      </p:sp>
      <p:sp>
        <p:nvSpPr>
          <p:cNvPr id="19" name="Text Placeholder 7">
            <a:extLst>
              <a:ext uri="{FF2B5EF4-FFF2-40B4-BE49-F238E27FC236}">
                <a16:creationId xmlns:a16="http://schemas.microsoft.com/office/drawing/2014/main" id="{2A29FDC8-4969-6E0E-767C-B89B08D3D23D}"/>
              </a:ext>
            </a:extLst>
          </p:cNvPr>
          <p:cNvSpPr>
            <a:spLocks noGrp="1"/>
          </p:cNvSpPr>
          <p:nvPr>
            <p:ph type="body" sz="quarter" idx="26" hasCustomPrompt="1"/>
          </p:nvPr>
        </p:nvSpPr>
        <p:spPr>
          <a:xfrm>
            <a:off x="622336" y="2195513"/>
            <a:ext cx="1743075" cy="3884612"/>
          </a:xfrm>
          <a:noFill/>
        </p:spPr>
        <p:txBody>
          <a:bodyPr vert="horz" lIns="91440" tIns="45720" rIns="91440" bIns="45720" rtlCol="0" anchor="t">
            <a:noAutofit/>
          </a:bodyPr>
          <a:lstStyle>
            <a:lvl1pPr marL="0" indent="0">
              <a:buNone/>
              <a:defRPr lang="en-US" sz="30000" b="0" spc="500" dirty="0">
                <a:ln>
                  <a:noFill/>
                </a:ln>
                <a:solidFill>
                  <a:srgbClr val="C16548">
                    <a:alpha val="10000"/>
                  </a:srgbClr>
                </a:solidFill>
                <a:latin typeface="+mj-lt"/>
                <a:ea typeface="+mj-ea"/>
                <a:cs typeface="+mj-cs"/>
              </a:defRPr>
            </a:lvl1pPr>
          </a:lstStyle>
          <a:p>
            <a:pPr marL="914400" lvl="0" indent="-1143000">
              <a:spcBef>
                <a:spcPct val="0"/>
              </a:spcBef>
            </a:pPr>
            <a:r>
              <a:rPr lang="en-US" dirty="0"/>
              <a:t>0</a:t>
            </a:r>
          </a:p>
        </p:txBody>
      </p:sp>
      <p:sp>
        <p:nvSpPr>
          <p:cNvPr id="7" name="Text Placeholder 18">
            <a:extLst>
              <a:ext uri="{FF2B5EF4-FFF2-40B4-BE49-F238E27FC236}">
                <a16:creationId xmlns:a16="http://schemas.microsoft.com/office/drawing/2014/main" id="{894B01F3-B2C5-4835-6EF9-A40EB060128A}"/>
              </a:ext>
            </a:extLst>
          </p:cNvPr>
          <p:cNvSpPr>
            <a:spLocks noGrp="1"/>
          </p:cNvSpPr>
          <p:nvPr>
            <p:ph type="body" sz="quarter" idx="15"/>
          </p:nvPr>
        </p:nvSpPr>
        <p:spPr>
          <a:xfrm>
            <a:off x="1555389" y="2703910"/>
            <a:ext cx="1743062" cy="2503346"/>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20" name="Text Placeholder 7">
            <a:extLst>
              <a:ext uri="{FF2B5EF4-FFF2-40B4-BE49-F238E27FC236}">
                <a16:creationId xmlns:a16="http://schemas.microsoft.com/office/drawing/2014/main" id="{49CE4F9C-B2A8-323E-0B57-0B8FD348FA13}"/>
              </a:ext>
            </a:extLst>
          </p:cNvPr>
          <p:cNvSpPr>
            <a:spLocks noGrp="1"/>
          </p:cNvSpPr>
          <p:nvPr>
            <p:ph type="body" sz="quarter" idx="27" hasCustomPrompt="1"/>
          </p:nvPr>
        </p:nvSpPr>
        <p:spPr>
          <a:xfrm>
            <a:off x="3820511" y="2196231"/>
            <a:ext cx="1743075" cy="3884612"/>
          </a:xfrm>
          <a:noFill/>
        </p:spPr>
        <p:txBody>
          <a:bodyPr vert="horz" lIns="91440" tIns="45720" rIns="91440" bIns="45720" rtlCol="0" anchor="t">
            <a:noAutofit/>
          </a:bodyPr>
          <a:lstStyle>
            <a:lvl1pPr marL="0" indent="0">
              <a:buNone/>
              <a:defRPr lang="en-US" sz="30000" b="0" spc="500" dirty="0">
                <a:ln>
                  <a:noFill/>
                </a:ln>
                <a:solidFill>
                  <a:srgbClr val="C16548">
                    <a:alpha val="10000"/>
                  </a:srgbClr>
                </a:solidFill>
                <a:latin typeface="+mj-lt"/>
                <a:ea typeface="+mj-ea"/>
                <a:cs typeface="+mj-cs"/>
              </a:defRPr>
            </a:lvl1pPr>
          </a:lstStyle>
          <a:p>
            <a:pPr marL="914400" lvl="0" indent="-1143000">
              <a:spcBef>
                <a:spcPct val="0"/>
              </a:spcBef>
            </a:pPr>
            <a:r>
              <a:rPr lang="en-US" dirty="0"/>
              <a:t>0</a:t>
            </a:r>
          </a:p>
        </p:txBody>
      </p:sp>
      <p:sp>
        <p:nvSpPr>
          <p:cNvPr id="13" name="Text Placeholder 18">
            <a:extLst>
              <a:ext uri="{FF2B5EF4-FFF2-40B4-BE49-F238E27FC236}">
                <a16:creationId xmlns:a16="http://schemas.microsoft.com/office/drawing/2014/main" id="{E9B260B4-D1BC-635B-D388-0E1A9CF2C18E}"/>
              </a:ext>
            </a:extLst>
          </p:cNvPr>
          <p:cNvSpPr>
            <a:spLocks noGrp="1"/>
          </p:cNvSpPr>
          <p:nvPr>
            <p:ph type="body" sz="quarter" idx="24"/>
          </p:nvPr>
        </p:nvSpPr>
        <p:spPr>
          <a:xfrm>
            <a:off x="5830848" y="2703910"/>
            <a:ext cx="1743062" cy="2503346"/>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21" name="Text Placeholder 7">
            <a:extLst>
              <a:ext uri="{FF2B5EF4-FFF2-40B4-BE49-F238E27FC236}">
                <a16:creationId xmlns:a16="http://schemas.microsoft.com/office/drawing/2014/main" id="{6470C7D3-57C4-0583-E642-C6AB3565F67F}"/>
              </a:ext>
            </a:extLst>
          </p:cNvPr>
          <p:cNvSpPr>
            <a:spLocks noGrp="1"/>
          </p:cNvSpPr>
          <p:nvPr>
            <p:ph type="body" sz="quarter" idx="28" hasCustomPrompt="1"/>
          </p:nvPr>
        </p:nvSpPr>
        <p:spPr>
          <a:xfrm>
            <a:off x="7732902" y="2196231"/>
            <a:ext cx="1743075" cy="3884612"/>
          </a:xfrm>
          <a:noFill/>
        </p:spPr>
        <p:txBody>
          <a:bodyPr vert="horz" lIns="91440" tIns="45720" rIns="91440" bIns="45720" rtlCol="0" anchor="t">
            <a:noAutofit/>
          </a:bodyPr>
          <a:lstStyle>
            <a:lvl1pPr marL="0" indent="0">
              <a:buNone/>
              <a:defRPr lang="en-US" sz="30000" b="0" spc="500" dirty="0">
                <a:ln>
                  <a:noFill/>
                </a:ln>
                <a:solidFill>
                  <a:srgbClr val="C16548">
                    <a:alpha val="10000"/>
                  </a:srgbClr>
                </a:solidFill>
                <a:latin typeface="+mj-lt"/>
                <a:ea typeface="+mj-ea"/>
                <a:cs typeface="+mj-cs"/>
              </a:defRPr>
            </a:lvl1pPr>
          </a:lstStyle>
          <a:p>
            <a:pPr marL="914400" lvl="0" indent="-1143000">
              <a:spcBef>
                <a:spcPct val="0"/>
              </a:spcBef>
            </a:pPr>
            <a:r>
              <a:rPr lang="en-US" dirty="0"/>
              <a:t>0</a:t>
            </a:r>
          </a:p>
        </p:txBody>
      </p:sp>
      <p:sp>
        <p:nvSpPr>
          <p:cNvPr id="15" name="Text Placeholder 18">
            <a:extLst>
              <a:ext uri="{FF2B5EF4-FFF2-40B4-BE49-F238E27FC236}">
                <a16:creationId xmlns:a16="http://schemas.microsoft.com/office/drawing/2014/main" id="{6978037E-3163-1C71-E997-16A7D05981D2}"/>
              </a:ext>
            </a:extLst>
          </p:cNvPr>
          <p:cNvSpPr>
            <a:spLocks noGrp="1"/>
          </p:cNvSpPr>
          <p:nvPr>
            <p:ph type="body" sz="quarter" idx="25"/>
          </p:nvPr>
        </p:nvSpPr>
        <p:spPr>
          <a:xfrm>
            <a:off x="9810474" y="2703910"/>
            <a:ext cx="1743062" cy="2503346"/>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70760618"/>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6" name="Text Placeholder 3">
            <a:extLst>
              <a:ext uri="{FF2B5EF4-FFF2-40B4-BE49-F238E27FC236}">
                <a16:creationId xmlns:a16="http://schemas.microsoft.com/office/drawing/2014/main" id="{575FF4D9-84C9-19DB-9830-B3FFCD6F520D}"/>
              </a:ext>
            </a:extLst>
          </p:cNvPr>
          <p:cNvSpPr>
            <a:spLocks noGrp="1"/>
          </p:cNvSpPr>
          <p:nvPr>
            <p:ph type="body" sz="quarter" idx="19" hasCustomPrompt="1"/>
          </p:nvPr>
        </p:nvSpPr>
        <p:spPr>
          <a:xfrm>
            <a:off x="0" y="-621792"/>
            <a:ext cx="12192000" cy="7825231"/>
          </a:xfrm>
        </p:spPr>
        <p:txBody>
          <a:bodyPr lIns="0" tIns="0" rIns="0" bIns="0">
            <a:noAutofit/>
          </a:bodyPr>
          <a:lstStyle>
            <a:lvl1pPr marL="0" indent="0" algn="ctr">
              <a:spcBef>
                <a:spcPts val="0"/>
              </a:spcBef>
              <a:buNone/>
              <a:defRPr sz="8500" b="0" spc="1000" baseline="0">
                <a:solidFill>
                  <a:schemeClr val="bg1">
                    <a:alpha val="10000"/>
                  </a:schemeClr>
                </a:solidFill>
                <a:latin typeface="+mj-lt"/>
              </a:defRPr>
            </a:lvl1pPr>
            <a:lvl2pPr marL="457200" indent="0">
              <a:buNone/>
              <a:defRPr>
                <a:latin typeface="Felix Titling" pitchFamily="82" charset="77"/>
              </a:defRPr>
            </a:lvl2pPr>
            <a:lvl3pPr marL="914400" indent="0">
              <a:buNone/>
              <a:defRPr>
                <a:latin typeface="Felix Titling" pitchFamily="82" charset="77"/>
              </a:defRPr>
            </a:lvl3pPr>
            <a:lvl4pPr marL="1371600" indent="0">
              <a:buNone/>
              <a:defRPr>
                <a:latin typeface="Felix Titling" pitchFamily="82" charset="77"/>
              </a:defRPr>
            </a:lvl4pPr>
            <a:lvl5pPr marL="1828800" indent="0">
              <a:buNone/>
              <a:defRPr>
                <a:latin typeface="Felix Titling" pitchFamily="82" charset="77"/>
              </a:defRPr>
            </a:lvl5pPr>
          </a:lstStyle>
          <a:p>
            <a:pPr lvl="0"/>
            <a:r>
              <a:rPr lang="en-US" dirty="0"/>
              <a:t>Master title</a:t>
            </a:r>
          </a:p>
        </p:txBody>
      </p:sp>
      <p:sp>
        <p:nvSpPr>
          <p:cNvPr id="15" name="Picture Placeholder 14">
            <a:extLst>
              <a:ext uri="{FF2B5EF4-FFF2-40B4-BE49-F238E27FC236}">
                <a16:creationId xmlns:a16="http://schemas.microsoft.com/office/drawing/2014/main" id="{878CB881-B4B6-F9E5-06B7-B87D6D53003E}"/>
              </a:ext>
            </a:extLst>
          </p:cNvPr>
          <p:cNvSpPr>
            <a:spLocks noGrp="1"/>
          </p:cNvSpPr>
          <p:nvPr>
            <p:ph type="pic" sz="quarter" idx="10"/>
          </p:nvPr>
        </p:nvSpPr>
        <p:spPr>
          <a:xfrm>
            <a:off x="3431067" y="-2"/>
            <a:ext cx="5329866" cy="6858002"/>
          </a:xfrm>
          <a:custGeom>
            <a:avLst/>
            <a:gdLst>
              <a:gd name="connsiteX0" fmla="*/ 1468671 w 5329866"/>
              <a:gd name="connsiteY0" fmla="*/ 0 h 6858002"/>
              <a:gd name="connsiteX1" fmla="*/ 3861196 w 5329866"/>
              <a:gd name="connsiteY1" fmla="*/ 0 h 6858002"/>
              <a:gd name="connsiteX2" fmla="*/ 3935199 w 5329866"/>
              <a:gd name="connsiteY2" fmla="*/ 35649 h 6858002"/>
              <a:gd name="connsiteX3" fmla="*/ 5329866 w 5329866"/>
              <a:gd name="connsiteY3" fmla="*/ 2378940 h 6858002"/>
              <a:gd name="connsiteX4" fmla="*/ 5326197 w 5329866"/>
              <a:gd name="connsiteY4" fmla="*/ 2451598 h 6858002"/>
              <a:gd name="connsiteX5" fmla="*/ 5329866 w 5329866"/>
              <a:gd name="connsiteY5" fmla="*/ 2451598 h 6858002"/>
              <a:gd name="connsiteX6" fmla="*/ 5329866 w 5329866"/>
              <a:gd name="connsiteY6" fmla="*/ 4479063 h 6858002"/>
              <a:gd name="connsiteX7" fmla="*/ 5329866 w 5329866"/>
              <a:gd name="connsiteY7" fmla="*/ 4613615 h 6858002"/>
              <a:gd name="connsiteX8" fmla="*/ 5323072 w 5329866"/>
              <a:gd name="connsiteY8" fmla="*/ 4613615 h 6858002"/>
              <a:gd name="connsiteX9" fmla="*/ 5316108 w 5329866"/>
              <a:gd name="connsiteY9" fmla="*/ 4751537 h 6858002"/>
              <a:gd name="connsiteX10" fmla="*/ 4074162 w 5329866"/>
              <a:gd name="connsiteY10" fmla="*/ 6741332 h 6858002"/>
              <a:gd name="connsiteX11" fmla="*/ 3866899 w 5329866"/>
              <a:gd name="connsiteY11" fmla="*/ 6858002 h 6858002"/>
              <a:gd name="connsiteX12" fmla="*/ 1462968 w 5329866"/>
              <a:gd name="connsiteY12" fmla="*/ 6858002 h 6858002"/>
              <a:gd name="connsiteX13" fmla="*/ 1255705 w 5329866"/>
              <a:gd name="connsiteY13" fmla="*/ 6741332 h 6858002"/>
              <a:gd name="connsiteX14" fmla="*/ 13759 w 5329866"/>
              <a:gd name="connsiteY14" fmla="*/ 4751537 h 6858002"/>
              <a:gd name="connsiteX15" fmla="*/ 6794 w 5329866"/>
              <a:gd name="connsiteY15" fmla="*/ 4613615 h 6858002"/>
              <a:gd name="connsiteX16" fmla="*/ 2 w 5329866"/>
              <a:gd name="connsiteY16" fmla="*/ 4613615 h 6858002"/>
              <a:gd name="connsiteX17" fmla="*/ 2 w 5329866"/>
              <a:gd name="connsiteY17" fmla="*/ 4479105 h 6858002"/>
              <a:gd name="connsiteX18" fmla="*/ 0 w 5329866"/>
              <a:gd name="connsiteY18" fmla="*/ 4479063 h 6858002"/>
              <a:gd name="connsiteX19" fmla="*/ 2 w 5329866"/>
              <a:gd name="connsiteY19" fmla="*/ 4479021 h 6858002"/>
              <a:gd name="connsiteX20" fmla="*/ 2 w 5329866"/>
              <a:gd name="connsiteY20" fmla="*/ 2451598 h 6858002"/>
              <a:gd name="connsiteX21" fmla="*/ 3670 w 5329866"/>
              <a:gd name="connsiteY21" fmla="*/ 2451598 h 6858002"/>
              <a:gd name="connsiteX22" fmla="*/ 0 w 5329866"/>
              <a:gd name="connsiteY22" fmla="*/ 2378940 h 6858002"/>
              <a:gd name="connsiteX23" fmla="*/ 1394668 w 5329866"/>
              <a:gd name="connsiteY23" fmla="*/ 35649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29866" h="6858002">
                <a:moveTo>
                  <a:pt x="1468671" y="0"/>
                </a:moveTo>
                <a:lnTo>
                  <a:pt x="3861196" y="0"/>
                </a:lnTo>
                <a:lnTo>
                  <a:pt x="3935199" y="35649"/>
                </a:lnTo>
                <a:cubicBezTo>
                  <a:pt x="4765925" y="486927"/>
                  <a:pt x="5329866" y="1367076"/>
                  <a:pt x="5329866" y="2378940"/>
                </a:cubicBezTo>
                <a:lnTo>
                  <a:pt x="5326197" y="2451598"/>
                </a:lnTo>
                <a:lnTo>
                  <a:pt x="5329866" y="2451598"/>
                </a:lnTo>
                <a:lnTo>
                  <a:pt x="5329866" y="4479063"/>
                </a:lnTo>
                <a:lnTo>
                  <a:pt x="5329866" y="4613615"/>
                </a:lnTo>
                <a:lnTo>
                  <a:pt x="5323072" y="4613615"/>
                </a:lnTo>
                <a:lnTo>
                  <a:pt x="5316108" y="4751537"/>
                </a:lnTo>
                <a:cubicBezTo>
                  <a:pt x="5230813" y="5591419"/>
                  <a:pt x="4755512" y="6316003"/>
                  <a:pt x="4074162" y="6741332"/>
                </a:cubicBezTo>
                <a:lnTo>
                  <a:pt x="3866899" y="6858002"/>
                </a:lnTo>
                <a:lnTo>
                  <a:pt x="1462968" y="6858002"/>
                </a:lnTo>
                <a:lnTo>
                  <a:pt x="1255705" y="6741332"/>
                </a:lnTo>
                <a:cubicBezTo>
                  <a:pt x="574355" y="6316003"/>
                  <a:pt x="99054" y="5591419"/>
                  <a:pt x="13759" y="4751537"/>
                </a:cubicBezTo>
                <a:lnTo>
                  <a:pt x="6794" y="4613615"/>
                </a:lnTo>
                <a:lnTo>
                  <a:pt x="2" y="4613615"/>
                </a:lnTo>
                <a:lnTo>
                  <a:pt x="2" y="4479105"/>
                </a:lnTo>
                <a:lnTo>
                  <a:pt x="0" y="4479063"/>
                </a:lnTo>
                <a:lnTo>
                  <a:pt x="2" y="4479021"/>
                </a:lnTo>
                <a:lnTo>
                  <a:pt x="2" y="2451598"/>
                </a:lnTo>
                <a:lnTo>
                  <a:pt x="3670" y="2451598"/>
                </a:lnTo>
                <a:lnTo>
                  <a:pt x="0" y="2378940"/>
                </a:lnTo>
                <a:cubicBezTo>
                  <a:pt x="0" y="1367076"/>
                  <a:pt x="563941" y="486927"/>
                  <a:pt x="1394668" y="35649"/>
                </a:cubicBezTo>
                <a:close/>
              </a:path>
            </a:pathLst>
          </a:custGeom>
          <a:solidFill>
            <a:schemeClr val="accent4">
              <a:lumMod val="60000"/>
              <a:lumOff val="40000"/>
            </a:schemeClr>
          </a:solidFill>
        </p:spPr>
        <p:txBody>
          <a:bodyPr wrap="square" anchor="ctr">
            <a:noAutofit/>
          </a:bodyPr>
          <a:lstStyle>
            <a:lvl1pPr marL="0" indent="0" algn="ctr">
              <a:buNone/>
              <a:defRPr sz="1400" b="0" i="0">
                <a:latin typeface="+mn-lt"/>
              </a:defRPr>
            </a:lvl1pPr>
          </a:lstStyle>
          <a:p>
            <a:endParaRPr lang="en-US" dirty="0"/>
          </a:p>
        </p:txBody>
      </p:sp>
      <p:sp>
        <p:nvSpPr>
          <p:cNvPr id="14" name="Title 2">
            <a:extLst>
              <a:ext uri="{FF2B5EF4-FFF2-40B4-BE49-F238E27FC236}">
                <a16:creationId xmlns:a16="http://schemas.microsoft.com/office/drawing/2014/main" id="{B731088F-47E0-33BA-856D-6E68D4A69ACE}"/>
              </a:ext>
            </a:extLst>
          </p:cNvPr>
          <p:cNvSpPr>
            <a:spLocks noGrp="1"/>
          </p:cNvSpPr>
          <p:nvPr>
            <p:ph type="title" hasCustomPrompt="1"/>
          </p:nvPr>
        </p:nvSpPr>
        <p:spPr>
          <a:xfrm>
            <a:off x="1" y="4054639"/>
            <a:ext cx="12192000" cy="996696"/>
          </a:xfrm>
        </p:spPr>
        <p:txBody>
          <a:bodyPr vert="horz" lIns="0" tIns="0" rIns="0" bIns="0" rtlCol="0" anchor="t">
            <a:noAutofit/>
          </a:bodyPr>
          <a:lstStyle>
            <a:lvl1pPr algn="ctr">
              <a:defRPr lang="en-US" sz="8500" b="0" i="0" spc="1000" dirty="0">
                <a:solidFill>
                  <a:schemeClr val="bg1"/>
                </a:solidFill>
                <a:ea typeface="+mn-ea"/>
                <a:cs typeface="+mn-cs"/>
              </a:defRPr>
            </a:lvl1pPr>
          </a:lstStyle>
          <a:p>
            <a:pPr marL="0" lvl="0" indent="0" algn="ctr">
              <a:spcBef>
                <a:spcPts val="1000"/>
              </a:spcBef>
              <a:buFont typeface="Arial" panose="020B0604020202020204" pitchFamily="34" charset="0"/>
            </a:pPr>
            <a:r>
              <a:rPr lang="en-US" dirty="0"/>
              <a:t>Master Title</a:t>
            </a:r>
          </a:p>
        </p:txBody>
      </p:sp>
    </p:spTree>
    <p:extLst>
      <p:ext uri="{BB962C8B-B14F-4D97-AF65-F5344CB8AC3E}">
        <p14:creationId xmlns:p14="http://schemas.microsoft.com/office/powerpoint/2010/main" val="1882853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36C06-E9E1-16BE-139D-B69DCBBD28E1}"/>
              </a:ext>
            </a:extLst>
          </p:cNvPr>
          <p:cNvSpPr>
            <a:spLocks noGrp="1"/>
          </p:cNvSpPr>
          <p:nvPr>
            <p:ph type="title" hasCustomPrompt="1"/>
          </p:nvPr>
        </p:nvSpPr>
        <p:spPr>
          <a:xfrm>
            <a:off x="5590572" y="1188358"/>
            <a:ext cx="6099858" cy="1335273"/>
          </a:xfrm>
        </p:spPr>
        <p:txBody>
          <a:bodyPr lIns="0" tIns="0" rIns="0" bIns="0" anchor="t">
            <a:noAutofit/>
          </a:bodyPr>
          <a:lstStyle>
            <a:lvl1pPr>
              <a:defRPr sz="5500">
                <a:solidFill>
                  <a:schemeClr val="accent4"/>
                </a:solidFill>
                <a:latin typeface="+mj-lt"/>
              </a:defRPr>
            </a:lvl1pPr>
          </a:lstStyle>
          <a:p>
            <a:r>
              <a:rPr lang="en-US" dirty="0"/>
              <a:t>Master title style</a:t>
            </a:r>
          </a:p>
        </p:txBody>
      </p:sp>
      <p:sp>
        <p:nvSpPr>
          <p:cNvPr id="17" name="Picture Placeholder 16">
            <a:extLst>
              <a:ext uri="{FF2B5EF4-FFF2-40B4-BE49-F238E27FC236}">
                <a16:creationId xmlns:a16="http://schemas.microsoft.com/office/drawing/2014/main" id="{67897E40-8096-E77D-E61A-A0AAC64EA41C}"/>
              </a:ext>
            </a:extLst>
          </p:cNvPr>
          <p:cNvSpPr>
            <a:spLocks noGrp="1"/>
          </p:cNvSpPr>
          <p:nvPr>
            <p:ph type="pic" sz="quarter" idx="28"/>
          </p:nvPr>
        </p:nvSpPr>
        <p:spPr>
          <a:xfrm>
            <a:off x="938481" y="581371"/>
            <a:ext cx="3884344" cy="5415673"/>
          </a:xfrm>
          <a:custGeom>
            <a:avLst/>
            <a:gdLst>
              <a:gd name="connsiteX0" fmla="*/ 1942453 w 3884344"/>
              <a:gd name="connsiteY0" fmla="*/ 0 h 5415673"/>
              <a:gd name="connsiteX1" fmla="*/ 3874878 w 3884344"/>
              <a:gd name="connsiteY1" fmla="*/ 1743849 h 5415673"/>
              <a:gd name="connsiteX2" fmla="*/ 3884344 w 3884344"/>
              <a:gd name="connsiteY2" fmla="*/ 1931324 h 5415673"/>
              <a:gd name="connsiteX3" fmla="*/ 3884344 w 3884344"/>
              <a:gd name="connsiteY3" fmla="*/ 1953581 h 5415673"/>
              <a:gd name="connsiteX4" fmla="*/ 3882232 w 3884344"/>
              <a:gd name="connsiteY4" fmla="*/ 1995413 h 5415673"/>
              <a:gd name="connsiteX5" fmla="*/ 3884344 w 3884344"/>
              <a:gd name="connsiteY5" fmla="*/ 1995413 h 5415673"/>
              <a:gd name="connsiteX6" fmla="*/ 3884344 w 3884344"/>
              <a:gd name="connsiteY6" fmla="*/ 3571294 h 5415673"/>
              <a:gd name="connsiteX7" fmla="*/ 3879954 w 3884344"/>
              <a:gd name="connsiteY7" fmla="*/ 3571294 h 5415673"/>
              <a:gd name="connsiteX8" fmla="*/ 3874878 w 3884344"/>
              <a:gd name="connsiteY8" fmla="*/ 3671825 h 5415673"/>
              <a:gd name="connsiteX9" fmla="*/ 1942453 w 3884344"/>
              <a:gd name="connsiteY9" fmla="*/ 5415673 h 5415673"/>
              <a:gd name="connsiteX10" fmla="*/ 10029 w 3884344"/>
              <a:gd name="connsiteY10" fmla="*/ 3671825 h 5415673"/>
              <a:gd name="connsiteX11" fmla="*/ 4952 w 3884344"/>
              <a:gd name="connsiteY11" fmla="*/ 3571294 h 5415673"/>
              <a:gd name="connsiteX12" fmla="*/ 2 w 3884344"/>
              <a:gd name="connsiteY12" fmla="*/ 3571294 h 5415673"/>
              <a:gd name="connsiteX13" fmla="*/ 2 w 3884344"/>
              <a:gd name="connsiteY13" fmla="*/ 3473251 h 5415673"/>
              <a:gd name="connsiteX14" fmla="*/ 0 w 3884344"/>
              <a:gd name="connsiteY14" fmla="*/ 3473220 h 5415673"/>
              <a:gd name="connsiteX15" fmla="*/ 2 w 3884344"/>
              <a:gd name="connsiteY15" fmla="*/ 3473189 h 5415673"/>
              <a:gd name="connsiteX16" fmla="*/ 2 w 3884344"/>
              <a:gd name="connsiteY16" fmla="*/ 1995413 h 5415673"/>
              <a:gd name="connsiteX17" fmla="*/ 2675 w 3884344"/>
              <a:gd name="connsiteY17" fmla="*/ 1995413 h 5415673"/>
              <a:gd name="connsiteX18" fmla="*/ 0 w 3884344"/>
              <a:gd name="connsiteY18" fmla="*/ 1942453 h 5415673"/>
              <a:gd name="connsiteX19" fmla="*/ 1942453 w 3884344"/>
              <a:gd name="connsiteY19" fmla="*/ 0 h 5415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84344" h="5415673">
                <a:moveTo>
                  <a:pt x="1942453" y="0"/>
                </a:moveTo>
                <a:cubicBezTo>
                  <a:pt x="2948191" y="0"/>
                  <a:pt x="3775405" y="764355"/>
                  <a:pt x="3874878" y="1743849"/>
                </a:cubicBezTo>
                <a:lnTo>
                  <a:pt x="3884344" y="1931324"/>
                </a:lnTo>
                <a:lnTo>
                  <a:pt x="3884344" y="1953581"/>
                </a:lnTo>
                <a:lnTo>
                  <a:pt x="3882232" y="1995413"/>
                </a:lnTo>
                <a:lnTo>
                  <a:pt x="3884344" y="1995413"/>
                </a:lnTo>
                <a:lnTo>
                  <a:pt x="3884344" y="3571294"/>
                </a:lnTo>
                <a:lnTo>
                  <a:pt x="3879954" y="3571294"/>
                </a:lnTo>
                <a:lnTo>
                  <a:pt x="3874878" y="3671825"/>
                </a:lnTo>
                <a:cubicBezTo>
                  <a:pt x="3775404" y="4651319"/>
                  <a:pt x="2948192" y="5415673"/>
                  <a:pt x="1942453" y="5415673"/>
                </a:cubicBezTo>
                <a:cubicBezTo>
                  <a:pt x="936714" y="5415673"/>
                  <a:pt x="109502" y="4651319"/>
                  <a:pt x="10029" y="3671825"/>
                </a:cubicBezTo>
                <a:lnTo>
                  <a:pt x="4952" y="3571294"/>
                </a:lnTo>
                <a:lnTo>
                  <a:pt x="2" y="3571294"/>
                </a:lnTo>
                <a:lnTo>
                  <a:pt x="2" y="3473251"/>
                </a:lnTo>
                <a:lnTo>
                  <a:pt x="0" y="3473220"/>
                </a:lnTo>
                <a:lnTo>
                  <a:pt x="2" y="3473189"/>
                </a:lnTo>
                <a:lnTo>
                  <a:pt x="2" y="1995413"/>
                </a:lnTo>
                <a:lnTo>
                  <a:pt x="2675" y="1995413"/>
                </a:lnTo>
                <a:lnTo>
                  <a:pt x="0" y="1942453"/>
                </a:lnTo>
                <a:cubicBezTo>
                  <a:pt x="0" y="869666"/>
                  <a:pt x="869666" y="0"/>
                  <a:pt x="1942453" y="0"/>
                </a:cubicBezTo>
                <a:close/>
              </a:path>
            </a:pathLst>
          </a:custGeom>
          <a:solidFill>
            <a:schemeClr val="accent2"/>
          </a:solidFill>
        </p:spPr>
        <p:txBody>
          <a:bodyPr wrap="square" anchor="ctr">
            <a:noAutofit/>
          </a:bodyPr>
          <a:lstStyle>
            <a:lvl1pPr marL="0" indent="0" algn="ctr">
              <a:buNone/>
              <a:defRPr b="0"/>
            </a:lvl1pPr>
          </a:lstStyle>
          <a:p>
            <a:endParaRPr lang="en-US" dirty="0"/>
          </a:p>
        </p:txBody>
      </p:sp>
      <p:sp>
        <p:nvSpPr>
          <p:cNvPr id="8" name="Text Placeholder 15">
            <a:extLst>
              <a:ext uri="{FF2B5EF4-FFF2-40B4-BE49-F238E27FC236}">
                <a16:creationId xmlns:a16="http://schemas.microsoft.com/office/drawing/2014/main" id="{6414DEE6-A86D-4699-E6EF-CE6745F5D440}"/>
              </a:ext>
            </a:extLst>
          </p:cNvPr>
          <p:cNvSpPr>
            <a:spLocks noGrp="1"/>
          </p:cNvSpPr>
          <p:nvPr>
            <p:ph type="body" sz="quarter" idx="18"/>
          </p:nvPr>
        </p:nvSpPr>
        <p:spPr>
          <a:xfrm>
            <a:off x="5590571" y="3000733"/>
            <a:ext cx="2916821" cy="428268"/>
          </a:xfrm>
        </p:spPr>
        <p:txBody>
          <a:bodyPr lIns="0" tIns="0" rIns="0" bIns="0">
            <a:noAutofit/>
          </a:bodyPr>
          <a:lstStyle>
            <a:lvl1pPr marL="0" indent="0">
              <a:buNone/>
              <a:defRPr sz="1800" b="1" i="0">
                <a:solidFill>
                  <a:srgbClr val="C16548"/>
                </a:solidFill>
                <a:latin typeface="+mn-lt"/>
              </a:defRPr>
            </a:lvl1pPr>
          </a:lstStyle>
          <a:p>
            <a:pPr lvl="0"/>
            <a:r>
              <a:rPr lang="en-US" dirty="0"/>
              <a:t>Click to edit Master text styles</a:t>
            </a:r>
          </a:p>
        </p:txBody>
      </p:sp>
      <p:sp>
        <p:nvSpPr>
          <p:cNvPr id="18" name="Text Placeholder 15">
            <a:extLst>
              <a:ext uri="{FF2B5EF4-FFF2-40B4-BE49-F238E27FC236}">
                <a16:creationId xmlns:a16="http://schemas.microsoft.com/office/drawing/2014/main" id="{C68EE5CA-4729-4FEA-F1BC-F976BEEBC480}"/>
              </a:ext>
            </a:extLst>
          </p:cNvPr>
          <p:cNvSpPr>
            <a:spLocks noGrp="1"/>
          </p:cNvSpPr>
          <p:nvPr>
            <p:ph type="body" sz="quarter" idx="26"/>
          </p:nvPr>
        </p:nvSpPr>
        <p:spPr>
          <a:xfrm>
            <a:off x="8773609" y="3000733"/>
            <a:ext cx="2916821" cy="428268"/>
          </a:xfrm>
        </p:spPr>
        <p:txBody>
          <a:bodyPr lIns="0" tIns="0" rIns="0" bIns="0">
            <a:noAutofit/>
          </a:bodyPr>
          <a:lstStyle>
            <a:lvl1pPr marL="0" indent="0">
              <a:buNone/>
              <a:defRPr sz="1800" b="1" i="0">
                <a:solidFill>
                  <a:srgbClr val="C16548"/>
                </a:solidFill>
                <a:latin typeface="+mn-lt"/>
              </a:defRPr>
            </a:lvl1pPr>
          </a:lstStyle>
          <a:p>
            <a:pPr lvl="0"/>
            <a:r>
              <a:rPr lang="en-US" dirty="0"/>
              <a:t>Click to edit Master text styles</a:t>
            </a:r>
          </a:p>
        </p:txBody>
      </p:sp>
      <p:sp>
        <p:nvSpPr>
          <p:cNvPr id="12" name="Text Placeholder 18">
            <a:extLst>
              <a:ext uri="{FF2B5EF4-FFF2-40B4-BE49-F238E27FC236}">
                <a16:creationId xmlns:a16="http://schemas.microsoft.com/office/drawing/2014/main" id="{CA3BC7A6-D12C-160A-CB5C-E55605250892}"/>
              </a:ext>
            </a:extLst>
          </p:cNvPr>
          <p:cNvSpPr>
            <a:spLocks noGrp="1"/>
          </p:cNvSpPr>
          <p:nvPr>
            <p:ph type="body" sz="quarter" idx="25"/>
          </p:nvPr>
        </p:nvSpPr>
        <p:spPr>
          <a:xfrm>
            <a:off x="5590571" y="3530279"/>
            <a:ext cx="2916821" cy="2466764"/>
          </a:xfrm>
        </p:spPr>
        <p:txBody>
          <a:bodyPr lIns="0" tIns="0" rIns="0" bIns="0">
            <a:noAutofit/>
          </a:bodyPr>
          <a:lstStyle>
            <a:lvl1pPr marL="171450" indent="-171450">
              <a:lnSpc>
                <a:spcPct val="150000"/>
              </a:lnSpc>
              <a:buFont typeface="Arial" panose="020B0604020202020204" pitchFamily="34" charset="0"/>
              <a:buChar char="•"/>
              <a:defRPr sz="1200" b="0" i="0" spc="50" baseline="0">
                <a:solidFill>
                  <a:srgbClr val="C16548"/>
                </a:solidFill>
                <a:latin typeface="+mn-lt"/>
              </a:defRPr>
            </a:lvl1pPr>
          </a:lstStyle>
          <a:p>
            <a:pPr lvl="0"/>
            <a:r>
              <a:rPr lang="en-US" dirty="0"/>
              <a:t>Click to edit Master text styles</a:t>
            </a:r>
          </a:p>
        </p:txBody>
      </p:sp>
      <p:sp>
        <p:nvSpPr>
          <p:cNvPr id="19" name="Text Placeholder 18">
            <a:extLst>
              <a:ext uri="{FF2B5EF4-FFF2-40B4-BE49-F238E27FC236}">
                <a16:creationId xmlns:a16="http://schemas.microsoft.com/office/drawing/2014/main" id="{72DF7BAB-7F6A-3D7B-F8A9-D7C4BD1D3B64}"/>
              </a:ext>
            </a:extLst>
          </p:cNvPr>
          <p:cNvSpPr>
            <a:spLocks noGrp="1"/>
          </p:cNvSpPr>
          <p:nvPr>
            <p:ph type="body" sz="quarter" idx="27"/>
          </p:nvPr>
        </p:nvSpPr>
        <p:spPr>
          <a:xfrm>
            <a:off x="8773609" y="3530279"/>
            <a:ext cx="2916821" cy="2466764"/>
          </a:xfrm>
        </p:spPr>
        <p:txBody>
          <a:bodyPr lIns="0" tIns="0" rIns="0" bIns="0">
            <a:noAutofit/>
          </a:bodyPr>
          <a:lstStyle>
            <a:lvl1pPr marL="171450" indent="-171450">
              <a:lnSpc>
                <a:spcPct val="150000"/>
              </a:lnSpc>
              <a:buFont typeface="Arial" panose="020B0604020202020204" pitchFamily="34" charset="0"/>
              <a:buChar char="•"/>
              <a:defRPr sz="1200" b="0" i="0" spc="50" baseline="0">
                <a:solidFill>
                  <a:srgbClr val="C16548"/>
                </a:solidFill>
                <a:latin typeface="+mn-lt"/>
              </a:defRPr>
            </a:lvl1pPr>
          </a:lstStyle>
          <a:p>
            <a:pPr lvl="0"/>
            <a:r>
              <a:rPr lang="en-US" dirty="0"/>
              <a:t>Click to edit Master text styles</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1497724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36C06-E9E1-16BE-139D-B69DCBBD28E1}"/>
              </a:ext>
            </a:extLst>
          </p:cNvPr>
          <p:cNvSpPr>
            <a:spLocks noGrp="1"/>
          </p:cNvSpPr>
          <p:nvPr>
            <p:ph type="title"/>
          </p:nvPr>
        </p:nvSpPr>
        <p:spPr>
          <a:xfrm>
            <a:off x="638462" y="642551"/>
            <a:ext cx="10915076" cy="1553680"/>
          </a:xfrm>
        </p:spPr>
        <p:txBody>
          <a:bodyPr lIns="0" tIns="0" rIns="0" bIns="0" anchor="t"/>
          <a:lstStyle>
            <a:lvl1pPr algn="ctr">
              <a:defRPr sz="5500">
                <a:solidFill>
                  <a:schemeClr val="accent4"/>
                </a:solidFill>
                <a:latin typeface="+mj-lt"/>
              </a:defRPr>
            </a:lvl1pPr>
          </a:lstStyle>
          <a:p>
            <a:r>
              <a:rPr lang="en-US" dirty="0"/>
              <a:t>Click to edit Master title style</a:t>
            </a:r>
          </a:p>
        </p:txBody>
      </p:sp>
      <p:sp>
        <p:nvSpPr>
          <p:cNvPr id="7" name="Content Placeholder 2">
            <a:extLst>
              <a:ext uri="{FF2B5EF4-FFF2-40B4-BE49-F238E27FC236}">
                <a16:creationId xmlns:a16="http://schemas.microsoft.com/office/drawing/2014/main" id="{1916A793-0543-8519-4E06-4D8E6A4E8CE6}"/>
              </a:ext>
            </a:extLst>
          </p:cNvPr>
          <p:cNvSpPr>
            <a:spLocks noGrp="1"/>
          </p:cNvSpPr>
          <p:nvPr>
            <p:ph idx="1" hasCustomPrompt="1"/>
          </p:nvPr>
        </p:nvSpPr>
        <p:spPr>
          <a:xfrm>
            <a:off x="419100" y="1837944"/>
            <a:ext cx="11353800" cy="3019086"/>
          </a:xfrm>
        </p:spPr>
        <p:txBody>
          <a:bodyPr>
            <a:noAutofit/>
          </a:bodyPr>
          <a:lstStyle>
            <a:lvl1pPr>
              <a:defRPr sz="3200"/>
            </a:lvl1pPr>
            <a:lvl2pPr marL="457200" indent="0" algn="l">
              <a:buNone/>
              <a:defRPr sz="1400"/>
            </a:lvl2pPr>
            <a:lvl3pPr>
              <a:defRPr sz="2400"/>
            </a:lvl3pPr>
            <a:lvl4pPr>
              <a:defRPr sz="2000"/>
            </a:lvl4pPr>
            <a:lvl5pPr>
              <a:defRPr sz="2000"/>
            </a:lvl5pPr>
            <a:lvl6pPr>
              <a:defRPr sz="2000"/>
            </a:lvl6pPr>
            <a:lvl7pPr>
              <a:defRPr sz="2000"/>
            </a:lvl7pPr>
            <a:lvl8pPr>
              <a:defRPr sz="2000"/>
            </a:lvl8pPr>
            <a:lvl9pPr>
              <a:defRPr sz="2000"/>
            </a:lvl9pPr>
          </a:lstStyle>
          <a:p>
            <a:pPr lvl="1"/>
            <a:r>
              <a:rPr lang="en-US" dirty="0"/>
              <a:t>Smart Graphic</a:t>
            </a:r>
          </a:p>
        </p:txBody>
      </p:sp>
      <p:sp>
        <p:nvSpPr>
          <p:cNvPr id="8" name="Text Placeholder 15">
            <a:extLst>
              <a:ext uri="{FF2B5EF4-FFF2-40B4-BE49-F238E27FC236}">
                <a16:creationId xmlns:a16="http://schemas.microsoft.com/office/drawing/2014/main" id="{2FA2A82A-5FFB-EAB7-624A-E00F9EA6DEC4}"/>
              </a:ext>
            </a:extLst>
          </p:cNvPr>
          <p:cNvSpPr>
            <a:spLocks noGrp="1"/>
          </p:cNvSpPr>
          <p:nvPr>
            <p:ph type="body" sz="quarter" idx="18" hasCustomPrompt="1"/>
          </p:nvPr>
        </p:nvSpPr>
        <p:spPr>
          <a:xfrm>
            <a:off x="638459" y="5232509"/>
            <a:ext cx="2188729" cy="493151"/>
          </a:xfrm>
        </p:spPr>
        <p:txBody>
          <a:bodyPr lIns="0" tIns="0" rIns="0" bIns="0" anchor="ctr">
            <a:noAutofit/>
          </a:bodyPr>
          <a:lstStyle>
            <a:lvl1pPr marL="0" indent="0" algn="ctr">
              <a:buNone/>
              <a:defRPr sz="3600" b="1" i="0">
                <a:solidFill>
                  <a:srgbClr val="C16548"/>
                </a:solidFill>
                <a:latin typeface="+mn-lt"/>
              </a:defRPr>
            </a:lvl1pPr>
          </a:lstStyle>
          <a:p>
            <a:pPr lvl="0"/>
            <a:r>
              <a:rPr lang="en-US" dirty="0"/>
              <a:t>Edit</a:t>
            </a:r>
          </a:p>
        </p:txBody>
      </p:sp>
      <p:sp>
        <p:nvSpPr>
          <p:cNvPr id="14" name="Text Placeholder 15">
            <a:extLst>
              <a:ext uri="{FF2B5EF4-FFF2-40B4-BE49-F238E27FC236}">
                <a16:creationId xmlns:a16="http://schemas.microsoft.com/office/drawing/2014/main" id="{1DD59288-2C4C-BA2F-F3C9-CEEC7BBAE558}"/>
              </a:ext>
            </a:extLst>
          </p:cNvPr>
          <p:cNvSpPr>
            <a:spLocks noGrp="1"/>
          </p:cNvSpPr>
          <p:nvPr>
            <p:ph type="body" sz="quarter" idx="33" hasCustomPrompt="1"/>
          </p:nvPr>
        </p:nvSpPr>
        <p:spPr>
          <a:xfrm>
            <a:off x="3547242" y="5232509"/>
            <a:ext cx="2188728" cy="493151"/>
          </a:xfrm>
        </p:spPr>
        <p:txBody>
          <a:bodyPr lIns="0" tIns="0" rIns="0" bIns="0" anchor="ctr">
            <a:noAutofit/>
          </a:bodyPr>
          <a:lstStyle>
            <a:lvl1pPr marL="0" indent="0" algn="ctr">
              <a:buNone/>
              <a:defRPr sz="3600" b="1" i="0">
                <a:solidFill>
                  <a:srgbClr val="C16548"/>
                </a:solidFill>
                <a:latin typeface="+mn-lt"/>
              </a:defRPr>
            </a:lvl1pPr>
          </a:lstStyle>
          <a:p>
            <a:pPr lvl="0"/>
            <a:r>
              <a:rPr lang="en-US" dirty="0"/>
              <a:t>Edit</a:t>
            </a:r>
          </a:p>
        </p:txBody>
      </p:sp>
      <p:sp>
        <p:nvSpPr>
          <p:cNvPr id="12" name="Text Placeholder 15">
            <a:extLst>
              <a:ext uri="{FF2B5EF4-FFF2-40B4-BE49-F238E27FC236}">
                <a16:creationId xmlns:a16="http://schemas.microsoft.com/office/drawing/2014/main" id="{A221A6B3-B644-8124-2E99-CBB5C1C0B2EE}"/>
              </a:ext>
            </a:extLst>
          </p:cNvPr>
          <p:cNvSpPr>
            <a:spLocks noGrp="1"/>
          </p:cNvSpPr>
          <p:nvPr>
            <p:ph type="body" sz="quarter" idx="31" hasCustomPrompt="1"/>
          </p:nvPr>
        </p:nvSpPr>
        <p:spPr>
          <a:xfrm>
            <a:off x="6456023" y="5232509"/>
            <a:ext cx="2188729" cy="493151"/>
          </a:xfrm>
        </p:spPr>
        <p:txBody>
          <a:bodyPr lIns="0" tIns="0" rIns="0" bIns="0" anchor="ctr">
            <a:noAutofit/>
          </a:bodyPr>
          <a:lstStyle>
            <a:lvl1pPr marL="0" indent="0" algn="ctr">
              <a:buNone/>
              <a:defRPr sz="3600" b="1" i="0">
                <a:solidFill>
                  <a:srgbClr val="C16548"/>
                </a:solidFill>
                <a:latin typeface="+mn-lt"/>
              </a:defRPr>
            </a:lvl1pPr>
          </a:lstStyle>
          <a:p>
            <a:pPr lvl="0"/>
            <a:r>
              <a:rPr lang="en-US" dirty="0"/>
              <a:t>Edit</a:t>
            </a:r>
          </a:p>
        </p:txBody>
      </p:sp>
      <p:sp>
        <p:nvSpPr>
          <p:cNvPr id="10" name="Text Placeholder 15">
            <a:extLst>
              <a:ext uri="{FF2B5EF4-FFF2-40B4-BE49-F238E27FC236}">
                <a16:creationId xmlns:a16="http://schemas.microsoft.com/office/drawing/2014/main" id="{282FC433-EED8-C305-2AE2-E3BC9D42E550}"/>
              </a:ext>
            </a:extLst>
          </p:cNvPr>
          <p:cNvSpPr>
            <a:spLocks noGrp="1"/>
          </p:cNvSpPr>
          <p:nvPr>
            <p:ph type="body" sz="quarter" idx="29" hasCustomPrompt="1"/>
          </p:nvPr>
        </p:nvSpPr>
        <p:spPr>
          <a:xfrm>
            <a:off x="9364806" y="5232509"/>
            <a:ext cx="2188729" cy="493151"/>
          </a:xfrm>
        </p:spPr>
        <p:txBody>
          <a:bodyPr lIns="0" tIns="0" rIns="0" bIns="0" anchor="ctr">
            <a:noAutofit/>
          </a:bodyPr>
          <a:lstStyle>
            <a:lvl1pPr marL="0" indent="0" algn="ctr">
              <a:buNone/>
              <a:defRPr sz="3600" b="1" i="0">
                <a:solidFill>
                  <a:srgbClr val="C16548"/>
                </a:solidFill>
                <a:latin typeface="+mn-lt"/>
              </a:defRPr>
            </a:lvl1pPr>
          </a:lstStyle>
          <a:p>
            <a:pPr lvl="0"/>
            <a:r>
              <a:rPr lang="en-US" dirty="0"/>
              <a:t>Edit</a:t>
            </a:r>
          </a:p>
        </p:txBody>
      </p:sp>
      <p:sp>
        <p:nvSpPr>
          <p:cNvPr id="9" name="Text Placeholder 18">
            <a:extLst>
              <a:ext uri="{FF2B5EF4-FFF2-40B4-BE49-F238E27FC236}">
                <a16:creationId xmlns:a16="http://schemas.microsoft.com/office/drawing/2014/main" id="{0824A580-B433-CC76-2FDC-C607FC5ECF8A}"/>
              </a:ext>
            </a:extLst>
          </p:cNvPr>
          <p:cNvSpPr>
            <a:spLocks noGrp="1"/>
          </p:cNvSpPr>
          <p:nvPr>
            <p:ph type="body" sz="quarter" idx="28"/>
          </p:nvPr>
        </p:nvSpPr>
        <p:spPr>
          <a:xfrm>
            <a:off x="638459" y="5742851"/>
            <a:ext cx="2188729" cy="369332"/>
          </a:xfrm>
        </p:spPr>
        <p:txBody>
          <a:bodyPr lIns="0" tIns="0" rIns="0" bIns="0">
            <a:noAutofit/>
          </a:bodyPr>
          <a:lstStyle>
            <a:lvl1pPr marL="0" indent="0" algn="ctr">
              <a:lnSpc>
                <a:spcPct val="150000"/>
              </a:lnSpc>
              <a:buFont typeface="Arial" panose="020B0604020202020204" pitchFamily="34" charset="0"/>
              <a:buNone/>
              <a:defRPr sz="1400" b="0" i="0" spc="50" baseline="0">
                <a:solidFill>
                  <a:srgbClr val="C16548"/>
                </a:solidFill>
                <a:latin typeface="+mn-lt"/>
              </a:defRPr>
            </a:lvl1pPr>
          </a:lstStyle>
          <a:p>
            <a:pPr lvl="0"/>
            <a:r>
              <a:rPr lang="en-US" dirty="0"/>
              <a:t>Click to edit Master text</a:t>
            </a:r>
          </a:p>
        </p:txBody>
      </p:sp>
      <p:sp>
        <p:nvSpPr>
          <p:cNvPr id="15" name="Text Placeholder 18">
            <a:extLst>
              <a:ext uri="{FF2B5EF4-FFF2-40B4-BE49-F238E27FC236}">
                <a16:creationId xmlns:a16="http://schemas.microsoft.com/office/drawing/2014/main" id="{479803CA-9514-7183-8AC8-13CC5B840641}"/>
              </a:ext>
            </a:extLst>
          </p:cNvPr>
          <p:cNvSpPr>
            <a:spLocks noGrp="1"/>
          </p:cNvSpPr>
          <p:nvPr>
            <p:ph type="body" sz="quarter" idx="34"/>
          </p:nvPr>
        </p:nvSpPr>
        <p:spPr>
          <a:xfrm>
            <a:off x="3547241" y="5742851"/>
            <a:ext cx="2188729" cy="369332"/>
          </a:xfrm>
        </p:spPr>
        <p:txBody>
          <a:bodyPr lIns="0" tIns="0" rIns="0" bIns="0">
            <a:noAutofit/>
          </a:bodyPr>
          <a:lstStyle>
            <a:lvl1pPr marL="0" indent="0" algn="ctr">
              <a:lnSpc>
                <a:spcPct val="150000"/>
              </a:lnSpc>
              <a:buFont typeface="Arial" panose="020B0604020202020204" pitchFamily="34" charset="0"/>
              <a:buNone/>
              <a:defRPr sz="1400" b="0" i="0" spc="50" baseline="0">
                <a:solidFill>
                  <a:srgbClr val="C16548"/>
                </a:solidFill>
                <a:latin typeface="+mn-lt"/>
              </a:defRPr>
            </a:lvl1pPr>
          </a:lstStyle>
          <a:p>
            <a:pPr lvl="0"/>
            <a:r>
              <a:rPr lang="en-US" dirty="0"/>
              <a:t>Click to edit Master text</a:t>
            </a:r>
          </a:p>
        </p:txBody>
      </p:sp>
      <p:sp>
        <p:nvSpPr>
          <p:cNvPr id="13" name="Text Placeholder 18">
            <a:extLst>
              <a:ext uri="{FF2B5EF4-FFF2-40B4-BE49-F238E27FC236}">
                <a16:creationId xmlns:a16="http://schemas.microsoft.com/office/drawing/2014/main" id="{861F1384-35C1-15D1-9228-D96AC95355B8}"/>
              </a:ext>
            </a:extLst>
          </p:cNvPr>
          <p:cNvSpPr>
            <a:spLocks noGrp="1"/>
          </p:cNvSpPr>
          <p:nvPr>
            <p:ph type="body" sz="quarter" idx="32"/>
          </p:nvPr>
        </p:nvSpPr>
        <p:spPr>
          <a:xfrm>
            <a:off x="6456023" y="5742851"/>
            <a:ext cx="2188729" cy="369332"/>
          </a:xfrm>
        </p:spPr>
        <p:txBody>
          <a:bodyPr lIns="0" tIns="0" rIns="0" bIns="0">
            <a:noAutofit/>
          </a:bodyPr>
          <a:lstStyle>
            <a:lvl1pPr marL="0" indent="0" algn="ctr">
              <a:lnSpc>
                <a:spcPct val="150000"/>
              </a:lnSpc>
              <a:buFont typeface="Arial" panose="020B0604020202020204" pitchFamily="34" charset="0"/>
              <a:buNone/>
              <a:defRPr sz="1400" b="0" i="0" spc="50" baseline="0">
                <a:solidFill>
                  <a:srgbClr val="C16548"/>
                </a:solidFill>
                <a:latin typeface="+mn-lt"/>
              </a:defRPr>
            </a:lvl1pPr>
          </a:lstStyle>
          <a:p>
            <a:pPr lvl="0"/>
            <a:r>
              <a:rPr lang="en-US" dirty="0"/>
              <a:t>Click to edit Master text</a:t>
            </a:r>
          </a:p>
        </p:txBody>
      </p:sp>
      <p:sp>
        <p:nvSpPr>
          <p:cNvPr id="11" name="Text Placeholder 18">
            <a:extLst>
              <a:ext uri="{FF2B5EF4-FFF2-40B4-BE49-F238E27FC236}">
                <a16:creationId xmlns:a16="http://schemas.microsoft.com/office/drawing/2014/main" id="{38B1D216-8DC7-A8D4-4857-4C7529D982EF}"/>
              </a:ext>
            </a:extLst>
          </p:cNvPr>
          <p:cNvSpPr>
            <a:spLocks noGrp="1"/>
          </p:cNvSpPr>
          <p:nvPr>
            <p:ph type="body" sz="quarter" idx="30"/>
          </p:nvPr>
        </p:nvSpPr>
        <p:spPr>
          <a:xfrm>
            <a:off x="9364806" y="5742851"/>
            <a:ext cx="2188729" cy="369332"/>
          </a:xfrm>
        </p:spPr>
        <p:txBody>
          <a:bodyPr lIns="0" tIns="0" rIns="0" bIns="0">
            <a:noAutofit/>
          </a:bodyPr>
          <a:lstStyle>
            <a:lvl1pPr marL="0" indent="0" algn="ctr">
              <a:lnSpc>
                <a:spcPct val="150000"/>
              </a:lnSpc>
              <a:buFont typeface="Arial" panose="020B0604020202020204" pitchFamily="34" charset="0"/>
              <a:buNone/>
              <a:defRPr sz="1400" b="0" i="0" spc="50" baseline="0">
                <a:solidFill>
                  <a:srgbClr val="C16548"/>
                </a:solidFill>
                <a:latin typeface="+mn-lt"/>
              </a:defRPr>
            </a:lvl1pPr>
          </a:lstStyle>
          <a:p>
            <a:pPr lvl="0"/>
            <a:r>
              <a:rPr lang="en-US" dirty="0"/>
              <a:t>Click to edit Master text</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3846359587"/>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15" name="Picture Placeholder 26">
            <a:extLst>
              <a:ext uri="{FF2B5EF4-FFF2-40B4-BE49-F238E27FC236}">
                <a16:creationId xmlns:a16="http://schemas.microsoft.com/office/drawing/2014/main" id="{E0689DF6-C6F5-534C-0D45-ED59D0031289}"/>
              </a:ext>
            </a:extLst>
          </p:cNvPr>
          <p:cNvSpPr>
            <a:spLocks noGrp="1"/>
          </p:cNvSpPr>
          <p:nvPr>
            <p:ph type="pic" sz="quarter" idx="10"/>
          </p:nvPr>
        </p:nvSpPr>
        <p:spPr>
          <a:xfrm>
            <a:off x="838200" y="860958"/>
            <a:ext cx="4085468" cy="5136084"/>
          </a:xfrm>
          <a:custGeom>
            <a:avLst/>
            <a:gdLst>
              <a:gd name="connsiteX0" fmla="*/ 2247899 w 4495799"/>
              <a:gd name="connsiteY0" fmla="*/ 0 h 5651934"/>
              <a:gd name="connsiteX1" fmla="*/ 4495799 w 4495799"/>
              <a:gd name="connsiteY1" fmla="*/ 2223551 h 5651934"/>
              <a:gd name="connsiteX2" fmla="*/ 4495799 w 4495799"/>
              <a:gd name="connsiteY2" fmla="*/ 5651934 h 5651934"/>
              <a:gd name="connsiteX3" fmla="*/ 0 w 4495799"/>
              <a:gd name="connsiteY3" fmla="*/ 5651934 h 5651934"/>
              <a:gd name="connsiteX4" fmla="*/ 0 w 4495799"/>
              <a:gd name="connsiteY4" fmla="*/ 2223531 h 5651934"/>
              <a:gd name="connsiteX5" fmla="*/ 11605 w 4495799"/>
              <a:gd name="connsiteY5" fmla="*/ 1996206 h 5651934"/>
              <a:gd name="connsiteX6" fmla="*/ 2247899 w 4495799"/>
              <a:gd name="connsiteY6" fmla="*/ 0 h 565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95799" h="5651934">
                <a:moveTo>
                  <a:pt x="2247899" y="0"/>
                </a:moveTo>
                <a:cubicBezTo>
                  <a:pt x="3489380" y="0"/>
                  <a:pt x="4495799" y="995518"/>
                  <a:pt x="4495799" y="2223551"/>
                </a:cubicBezTo>
                <a:lnTo>
                  <a:pt x="4495799" y="5651934"/>
                </a:lnTo>
                <a:lnTo>
                  <a:pt x="0" y="5651934"/>
                </a:lnTo>
                <a:lnTo>
                  <a:pt x="0" y="2223531"/>
                </a:lnTo>
                <a:lnTo>
                  <a:pt x="11605" y="1996206"/>
                </a:lnTo>
                <a:cubicBezTo>
                  <a:pt x="126720" y="874967"/>
                  <a:pt x="1084011" y="0"/>
                  <a:pt x="2247899" y="0"/>
                </a:cubicBezTo>
                <a:close/>
              </a:path>
            </a:pathLst>
          </a:custGeom>
          <a:solidFill>
            <a:schemeClr val="accent4"/>
          </a:solidFill>
        </p:spPr>
        <p:txBody>
          <a:bodyPr wrap="square" anchor="ctr">
            <a:noAutofit/>
          </a:bodyPr>
          <a:lstStyle>
            <a:lvl1pPr marL="0" indent="0" algn="ctr">
              <a:buFont typeface="Arial" panose="020B0604020202020204" pitchFamily="34" charset="0"/>
              <a:buNone/>
              <a:defRPr sz="1400" b="0" i="0">
                <a:solidFill>
                  <a:schemeClr val="bg1"/>
                </a:solidFill>
                <a:latin typeface="Avenir Book" panose="02000503020000020003" pitchFamily="2" charset="0"/>
              </a:defRPr>
            </a:lvl1pPr>
          </a:lstStyle>
          <a:p>
            <a:endParaRPr lang="en-US" dirty="0"/>
          </a:p>
        </p:txBody>
      </p:sp>
      <p:sp>
        <p:nvSpPr>
          <p:cNvPr id="16" name="TextBox 15">
            <a:extLst>
              <a:ext uri="{FF2B5EF4-FFF2-40B4-BE49-F238E27FC236}">
                <a16:creationId xmlns:a16="http://schemas.microsoft.com/office/drawing/2014/main" id="{248A60E5-D102-7326-D77E-C6DF8BDDA7D6}"/>
              </a:ext>
            </a:extLst>
          </p:cNvPr>
          <p:cNvSpPr txBox="1"/>
          <p:nvPr userDrawn="1"/>
        </p:nvSpPr>
        <p:spPr>
          <a:xfrm>
            <a:off x="6598508" y="6079524"/>
            <a:ext cx="184731" cy="369332"/>
          </a:xfrm>
          <a:prstGeom prst="rect">
            <a:avLst/>
          </a:prstGeom>
          <a:noFill/>
        </p:spPr>
        <p:txBody>
          <a:bodyPr wrap="none" rtlCol="0">
            <a:spAutoFit/>
          </a:bodyPr>
          <a:lstStyle/>
          <a:p>
            <a:endParaRPr lang="en-US" dirty="0"/>
          </a:p>
        </p:txBody>
      </p:sp>
      <p:sp>
        <p:nvSpPr>
          <p:cNvPr id="13" name="Title 1">
            <a:extLst>
              <a:ext uri="{FF2B5EF4-FFF2-40B4-BE49-F238E27FC236}">
                <a16:creationId xmlns:a16="http://schemas.microsoft.com/office/drawing/2014/main" id="{2D67076B-6CF0-B20E-9689-27FA1127A72A}"/>
              </a:ext>
            </a:extLst>
          </p:cNvPr>
          <p:cNvSpPr>
            <a:spLocks noGrp="1"/>
          </p:cNvSpPr>
          <p:nvPr>
            <p:ph type="title" hasCustomPrompt="1"/>
          </p:nvPr>
        </p:nvSpPr>
        <p:spPr>
          <a:xfrm>
            <a:off x="4548851" y="0"/>
            <a:ext cx="8160152" cy="6858000"/>
          </a:xfrm>
        </p:spPr>
        <p:txBody>
          <a:bodyPr anchor="ctr">
            <a:noAutofit/>
          </a:bodyPr>
          <a:lstStyle>
            <a:lvl1pPr algn="l">
              <a:defRPr sz="8000">
                <a:solidFill>
                  <a:schemeClr val="bg1"/>
                </a:solidFill>
                <a:latin typeface="+mj-lt"/>
              </a:defRPr>
            </a:lvl1pPr>
          </a:lstStyle>
          <a:p>
            <a:r>
              <a:rPr lang="en-US" dirty="0"/>
              <a:t>Master title</a:t>
            </a:r>
            <a:br>
              <a:rPr lang="en-US" dirty="0"/>
            </a:br>
            <a:r>
              <a:rPr lang="en-US" dirty="0"/>
              <a:t>Master title</a:t>
            </a:r>
            <a:br>
              <a:rPr lang="en-US" dirty="0"/>
            </a:br>
            <a:r>
              <a:rPr lang="en-US" dirty="0"/>
              <a:t>Master title</a:t>
            </a:r>
            <a:br>
              <a:rPr lang="en-US" dirty="0"/>
            </a:br>
            <a:r>
              <a:rPr lang="en-US" dirty="0"/>
              <a:t>Master title</a:t>
            </a:r>
            <a:br>
              <a:rPr lang="en-US" dirty="0"/>
            </a:br>
            <a:r>
              <a:rPr lang="en-US" dirty="0"/>
              <a:t>Master title</a:t>
            </a:r>
            <a:br>
              <a:rPr lang="en-US" dirty="0"/>
            </a:br>
            <a:r>
              <a:rPr lang="en-US" dirty="0"/>
              <a:t>Master title</a:t>
            </a:r>
            <a:br>
              <a:rPr lang="en-US" dirty="0"/>
            </a:br>
            <a:r>
              <a:rPr lang="en-US" dirty="0"/>
              <a:t>Master title</a:t>
            </a:r>
          </a:p>
        </p:txBody>
      </p:sp>
    </p:spTree>
    <p:extLst>
      <p:ext uri="{BB962C8B-B14F-4D97-AF65-F5344CB8AC3E}">
        <p14:creationId xmlns:p14="http://schemas.microsoft.com/office/powerpoint/2010/main" val="23530924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F986A58D-6106-E01B-0BDC-2F992AD25A9D}"/>
              </a:ext>
            </a:extLst>
          </p:cNvPr>
          <p:cNvSpPr>
            <a:spLocks noGrp="1"/>
          </p:cNvSpPr>
          <p:nvPr>
            <p:ph type="title"/>
          </p:nvPr>
        </p:nvSpPr>
        <p:spPr>
          <a:xfrm>
            <a:off x="638462" y="642551"/>
            <a:ext cx="10915076" cy="1553680"/>
          </a:xfrm>
        </p:spPr>
        <p:txBody>
          <a:bodyPr lIns="0" tIns="0" rIns="0" bIns="0" anchor="t"/>
          <a:lstStyle>
            <a:lvl1pPr>
              <a:defRPr sz="5500">
                <a:solidFill>
                  <a:schemeClr val="accent4"/>
                </a:solidFill>
                <a:latin typeface="+mj-lt"/>
              </a:defRPr>
            </a:lvl1pPr>
          </a:lstStyle>
          <a:p>
            <a:r>
              <a:rPr lang="en-US" dirty="0"/>
              <a:t>Click to edit Master title style</a:t>
            </a:r>
          </a:p>
        </p:txBody>
      </p:sp>
      <p:sp>
        <p:nvSpPr>
          <p:cNvPr id="15" name="Picture Placeholder 5">
            <a:extLst>
              <a:ext uri="{FF2B5EF4-FFF2-40B4-BE49-F238E27FC236}">
                <a16:creationId xmlns:a16="http://schemas.microsoft.com/office/drawing/2014/main" id="{3F266306-412A-D7DE-40EF-45BBA13E5563}"/>
              </a:ext>
            </a:extLst>
          </p:cNvPr>
          <p:cNvSpPr>
            <a:spLocks noGrp="1"/>
          </p:cNvSpPr>
          <p:nvPr>
            <p:ph type="pic" sz="quarter" idx="24"/>
          </p:nvPr>
        </p:nvSpPr>
        <p:spPr>
          <a:xfrm>
            <a:off x="638460" y="2539313"/>
            <a:ext cx="685800" cy="685800"/>
          </a:xfrm>
        </p:spPr>
        <p:txBody>
          <a:bodyPr lIns="0" tIns="0" rIns="0" bIns="0">
            <a:noAutofit/>
          </a:bodyPr>
          <a:lstStyle>
            <a:lvl1pPr marL="0" indent="0">
              <a:buNone/>
              <a:defRPr sz="1200" b="0" i="0">
                <a:latin typeface="+mn-lt"/>
              </a:defRPr>
            </a:lvl1pPr>
          </a:lstStyle>
          <a:p>
            <a:endParaRPr lang="en-US" dirty="0"/>
          </a:p>
        </p:txBody>
      </p:sp>
      <p:sp>
        <p:nvSpPr>
          <p:cNvPr id="33" name="Picture Placeholder 5">
            <a:extLst>
              <a:ext uri="{FF2B5EF4-FFF2-40B4-BE49-F238E27FC236}">
                <a16:creationId xmlns:a16="http://schemas.microsoft.com/office/drawing/2014/main" id="{28BF9A91-4021-72CF-EEBD-43B8B2F764A0}"/>
              </a:ext>
            </a:extLst>
          </p:cNvPr>
          <p:cNvSpPr>
            <a:spLocks noGrp="1"/>
          </p:cNvSpPr>
          <p:nvPr>
            <p:ph type="pic" sz="quarter" idx="33"/>
          </p:nvPr>
        </p:nvSpPr>
        <p:spPr>
          <a:xfrm>
            <a:off x="3534372" y="2539313"/>
            <a:ext cx="685800" cy="685800"/>
          </a:xfrm>
        </p:spPr>
        <p:txBody>
          <a:bodyPr lIns="0" tIns="0" rIns="0" bIns="0">
            <a:noAutofit/>
          </a:bodyPr>
          <a:lstStyle>
            <a:lvl1pPr marL="0" indent="0">
              <a:buNone/>
              <a:defRPr sz="1200" b="0" i="0">
                <a:latin typeface="+mn-lt"/>
              </a:defRPr>
            </a:lvl1pPr>
          </a:lstStyle>
          <a:p>
            <a:endParaRPr lang="en-US" dirty="0"/>
          </a:p>
        </p:txBody>
      </p:sp>
      <p:sp>
        <p:nvSpPr>
          <p:cNvPr id="30" name="Picture Placeholder 5">
            <a:extLst>
              <a:ext uri="{FF2B5EF4-FFF2-40B4-BE49-F238E27FC236}">
                <a16:creationId xmlns:a16="http://schemas.microsoft.com/office/drawing/2014/main" id="{5D88CB52-BC08-9751-260B-B531030DCABC}"/>
              </a:ext>
            </a:extLst>
          </p:cNvPr>
          <p:cNvSpPr>
            <a:spLocks noGrp="1"/>
          </p:cNvSpPr>
          <p:nvPr>
            <p:ph type="pic" sz="quarter" idx="30"/>
          </p:nvPr>
        </p:nvSpPr>
        <p:spPr>
          <a:xfrm>
            <a:off x="6430282" y="2539313"/>
            <a:ext cx="685800" cy="685800"/>
          </a:xfrm>
        </p:spPr>
        <p:txBody>
          <a:bodyPr lIns="0" tIns="0" rIns="0" bIns="0">
            <a:noAutofit/>
          </a:bodyPr>
          <a:lstStyle>
            <a:lvl1pPr marL="0" indent="0">
              <a:buNone/>
              <a:defRPr sz="1200" b="0" i="0">
                <a:latin typeface="+mn-lt"/>
              </a:defRPr>
            </a:lvl1pPr>
          </a:lstStyle>
          <a:p>
            <a:endParaRPr lang="en-US" dirty="0"/>
          </a:p>
        </p:txBody>
      </p:sp>
      <p:sp>
        <p:nvSpPr>
          <p:cNvPr id="21" name="Picture Placeholder 5">
            <a:extLst>
              <a:ext uri="{FF2B5EF4-FFF2-40B4-BE49-F238E27FC236}">
                <a16:creationId xmlns:a16="http://schemas.microsoft.com/office/drawing/2014/main" id="{06E6C850-58C9-7074-08C7-7D24B9A951FD}"/>
              </a:ext>
            </a:extLst>
          </p:cNvPr>
          <p:cNvSpPr>
            <a:spLocks noGrp="1"/>
          </p:cNvSpPr>
          <p:nvPr>
            <p:ph type="pic" sz="quarter" idx="27"/>
          </p:nvPr>
        </p:nvSpPr>
        <p:spPr>
          <a:xfrm>
            <a:off x="9326190" y="2539313"/>
            <a:ext cx="685800" cy="685800"/>
          </a:xfrm>
        </p:spPr>
        <p:txBody>
          <a:bodyPr lIns="0" tIns="0" rIns="0" bIns="0">
            <a:noAutofit/>
          </a:bodyPr>
          <a:lstStyle>
            <a:lvl1pPr marL="0" indent="0">
              <a:buNone/>
              <a:defRPr sz="1200" b="0" i="0">
                <a:latin typeface="+mn-lt"/>
              </a:defRPr>
            </a:lvl1pPr>
          </a:lstStyle>
          <a:p>
            <a:endParaRPr lang="en-US" dirty="0"/>
          </a:p>
        </p:txBody>
      </p:sp>
      <p:sp>
        <p:nvSpPr>
          <p:cNvPr id="8" name="Text Placeholder 15">
            <a:extLst>
              <a:ext uri="{FF2B5EF4-FFF2-40B4-BE49-F238E27FC236}">
                <a16:creationId xmlns:a16="http://schemas.microsoft.com/office/drawing/2014/main" id="{CC404B5F-F158-CEF8-E5AF-9B7601510FA5}"/>
              </a:ext>
            </a:extLst>
          </p:cNvPr>
          <p:cNvSpPr>
            <a:spLocks noGrp="1"/>
          </p:cNvSpPr>
          <p:nvPr>
            <p:ph type="body" sz="quarter" idx="13"/>
          </p:nvPr>
        </p:nvSpPr>
        <p:spPr>
          <a:xfrm>
            <a:off x="638462" y="3397603"/>
            <a:ext cx="2227344" cy="430688"/>
          </a:xfrm>
        </p:spPr>
        <p:txBody>
          <a:bodyPr lIns="0" tIns="0" rIns="0" bIns="0">
            <a:noAutofit/>
          </a:bodyPr>
          <a:lstStyle>
            <a:lvl1pPr marL="0" indent="0">
              <a:buNone/>
              <a:defRPr sz="1800" b="1" i="0">
                <a:solidFill>
                  <a:srgbClr val="C16548"/>
                </a:solidFill>
                <a:latin typeface="+mn-lt"/>
              </a:defRPr>
            </a:lvl1pPr>
          </a:lstStyle>
          <a:p>
            <a:pPr lvl="0"/>
            <a:r>
              <a:rPr lang="en-US" dirty="0"/>
              <a:t>Click to edit Master text styles</a:t>
            </a:r>
          </a:p>
        </p:txBody>
      </p:sp>
      <p:sp>
        <p:nvSpPr>
          <p:cNvPr id="32" name="Text Placeholder 15">
            <a:extLst>
              <a:ext uri="{FF2B5EF4-FFF2-40B4-BE49-F238E27FC236}">
                <a16:creationId xmlns:a16="http://schemas.microsoft.com/office/drawing/2014/main" id="{0A395A78-D15C-3B71-AC48-52F422FF299A}"/>
              </a:ext>
            </a:extLst>
          </p:cNvPr>
          <p:cNvSpPr>
            <a:spLocks noGrp="1"/>
          </p:cNvSpPr>
          <p:nvPr>
            <p:ph type="body" sz="quarter" idx="32"/>
          </p:nvPr>
        </p:nvSpPr>
        <p:spPr>
          <a:xfrm>
            <a:off x="3534372" y="3397603"/>
            <a:ext cx="2227344" cy="430688"/>
          </a:xfrm>
        </p:spPr>
        <p:txBody>
          <a:bodyPr lIns="0" tIns="0" rIns="0" bIns="0">
            <a:noAutofit/>
          </a:bodyPr>
          <a:lstStyle>
            <a:lvl1pPr marL="0" indent="0">
              <a:buNone/>
              <a:defRPr sz="1800" b="1" i="0">
                <a:solidFill>
                  <a:srgbClr val="C16548"/>
                </a:solidFill>
                <a:latin typeface="+mn-lt"/>
              </a:defRPr>
            </a:lvl1pPr>
          </a:lstStyle>
          <a:p>
            <a:pPr lvl="0"/>
            <a:r>
              <a:rPr lang="en-US" dirty="0"/>
              <a:t>Click to edit Master text styles</a:t>
            </a:r>
          </a:p>
        </p:txBody>
      </p:sp>
      <p:sp>
        <p:nvSpPr>
          <p:cNvPr id="23" name="Text Placeholder 15">
            <a:extLst>
              <a:ext uri="{FF2B5EF4-FFF2-40B4-BE49-F238E27FC236}">
                <a16:creationId xmlns:a16="http://schemas.microsoft.com/office/drawing/2014/main" id="{C26292D0-5ED9-B06E-0FEC-5ECF9B61DA18}"/>
              </a:ext>
            </a:extLst>
          </p:cNvPr>
          <p:cNvSpPr>
            <a:spLocks noGrp="1"/>
          </p:cNvSpPr>
          <p:nvPr>
            <p:ph type="body" sz="quarter" idx="29"/>
          </p:nvPr>
        </p:nvSpPr>
        <p:spPr>
          <a:xfrm>
            <a:off x="6430282" y="3397603"/>
            <a:ext cx="2227344" cy="430688"/>
          </a:xfrm>
        </p:spPr>
        <p:txBody>
          <a:bodyPr lIns="0" tIns="0" rIns="0" bIns="0">
            <a:noAutofit/>
          </a:bodyPr>
          <a:lstStyle>
            <a:lvl1pPr marL="0" indent="0">
              <a:buNone/>
              <a:defRPr sz="1800" b="1" i="0">
                <a:solidFill>
                  <a:srgbClr val="C16548"/>
                </a:solidFill>
                <a:latin typeface="+mn-lt"/>
              </a:defRPr>
            </a:lvl1pPr>
          </a:lstStyle>
          <a:p>
            <a:pPr lvl="0"/>
            <a:r>
              <a:rPr lang="en-US" dirty="0"/>
              <a:t>Click to edit Master text styles</a:t>
            </a:r>
          </a:p>
        </p:txBody>
      </p:sp>
      <p:sp>
        <p:nvSpPr>
          <p:cNvPr id="20" name="Text Placeholder 15">
            <a:extLst>
              <a:ext uri="{FF2B5EF4-FFF2-40B4-BE49-F238E27FC236}">
                <a16:creationId xmlns:a16="http://schemas.microsoft.com/office/drawing/2014/main" id="{7025E22B-8EFC-3B41-7DF2-F2F0FBBFC260}"/>
              </a:ext>
            </a:extLst>
          </p:cNvPr>
          <p:cNvSpPr>
            <a:spLocks noGrp="1"/>
          </p:cNvSpPr>
          <p:nvPr>
            <p:ph type="body" sz="quarter" idx="26"/>
          </p:nvPr>
        </p:nvSpPr>
        <p:spPr>
          <a:xfrm>
            <a:off x="9326192" y="3397603"/>
            <a:ext cx="2227344" cy="430688"/>
          </a:xfrm>
        </p:spPr>
        <p:txBody>
          <a:bodyPr lIns="0" tIns="0" rIns="0" bIns="0">
            <a:noAutofit/>
          </a:bodyPr>
          <a:lstStyle>
            <a:lvl1pPr marL="0" indent="0">
              <a:buNone/>
              <a:defRPr sz="1800" b="1" i="0">
                <a:solidFill>
                  <a:srgbClr val="C16548"/>
                </a:solidFill>
                <a:latin typeface="+mn-lt"/>
              </a:defRPr>
            </a:lvl1pPr>
          </a:lstStyle>
          <a:p>
            <a:pPr lvl="0"/>
            <a:r>
              <a:rPr lang="en-US" dirty="0"/>
              <a:t>Click to edit Master text styles</a:t>
            </a:r>
          </a:p>
        </p:txBody>
      </p:sp>
      <p:sp>
        <p:nvSpPr>
          <p:cNvPr id="38" name="Text Placeholder 18">
            <a:extLst>
              <a:ext uri="{FF2B5EF4-FFF2-40B4-BE49-F238E27FC236}">
                <a16:creationId xmlns:a16="http://schemas.microsoft.com/office/drawing/2014/main" id="{459D7743-7A8F-C73A-B9D5-49190ED512A1}"/>
              </a:ext>
            </a:extLst>
          </p:cNvPr>
          <p:cNvSpPr>
            <a:spLocks noGrp="1"/>
          </p:cNvSpPr>
          <p:nvPr>
            <p:ph type="body" sz="quarter" idx="36"/>
          </p:nvPr>
        </p:nvSpPr>
        <p:spPr>
          <a:xfrm>
            <a:off x="638462" y="4000780"/>
            <a:ext cx="2227344" cy="2078744"/>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37" name="Text Placeholder 18">
            <a:extLst>
              <a:ext uri="{FF2B5EF4-FFF2-40B4-BE49-F238E27FC236}">
                <a16:creationId xmlns:a16="http://schemas.microsoft.com/office/drawing/2014/main" id="{D4BD1280-EFE5-3F5B-2E53-29FC62D22186}"/>
              </a:ext>
            </a:extLst>
          </p:cNvPr>
          <p:cNvSpPr>
            <a:spLocks noGrp="1"/>
          </p:cNvSpPr>
          <p:nvPr>
            <p:ph type="body" sz="quarter" idx="35"/>
          </p:nvPr>
        </p:nvSpPr>
        <p:spPr>
          <a:xfrm>
            <a:off x="3534372" y="4000780"/>
            <a:ext cx="2227344" cy="2078744"/>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36" name="Text Placeholder 18">
            <a:extLst>
              <a:ext uri="{FF2B5EF4-FFF2-40B4-BE49-F238E27FC236}">
                <a16:creationId xmlns:a16="http://schemas.microsoft.com/office/drawing/2014/main" id="{D7323A54-CEF7-D9AE-B43D-CCF5F95273CC}"/>
              </a:ext>
            </a:extLst>
          </p:cNvPr>
          <p:cNvSpPr>
            <a:spLocks noGrp="1"/>
          </p:cNvSpPr>
          <p:nvPr>
            <p:ph type="body" sz="quarter" idx="34"/>
          </p:nvPr>
        </p:nvSpPr>
        <p:spPr>
          <a:xfrm>
            <a:off x="6430282" y="4000780"/>
            <a:ext cx="2227344" cy="2078744"/>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35" name="Text Placeholder 18">
            <a:extLst>
              <a:ext uri="{FF2B5EF4-FFF2-40B4-BE49-F238E27FC236}">
                <a16:creationId xmlns:a16="http://schemas.microsoft.com/office/drawing/2014/main" id="{C50A54A3-4CD3-53F4-3FFE-F664FBFCB16A}"/>
              </a:ext>
            </a:extLst>
          </p:cNvPr>
          <p:cNvSpPr>
            <a:spLocks noGrp="1"/>
          </p:cNvSpPr>
          <p:nvPr>
            <p:ph type="body" sz="quarter" idx="25"/>
          </p:nvPr>
        </p:nvSpPr>
        <p:spPr>
          <a:xfrm>
            <a:off x="9326191" y="4000780"/>
            <a:ext cx="2227344" cy="2078744"/>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4270664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1" name="Text Placeholder 3">
            <a:extLst>
              <a:ext uri="{FF2B5EF4-FFF2-40B4-BE49-F238E27FC236}">
                <a16:creationId xmlns:a16="http://schemas.microsoft.com/office/drawing/2014/main" id="{75B86244-CE85-A100-2FAE-57F9E9959565}"/>
              </a:ext>
            </a:extLst>
          </p:cNvPr>
          <p:cNvSpPr>
            <a:spLocks noGrp="1"/>
          </p:cNvSpPr>
          <p:nvPr>
            <p:ph type="body" sz="quarter" idx="13" hasCustomPrompt="1"/>
          </p:nvPr>
        </p:nvSpPr>
        <p:spPr>
          <a:xfrm>
            <a:off x="783681" y="4554640"/>
            <a:ext cx="7156551" cy="992899"/>
          </a:xfrm>
        </p:spPr>
        <p:txBody>
          <a:bodyPr lIns="0" tIns="0" rIns="0" bIns="0">
            <a:noAutofit/>
          </a:bodyPr>
          <a:lstStyle>
            <a:lvl1pPr marL="0" indent="0">
              <a:buNone/>
              <a:defRPr sz="8000" b="0" spc="1000" baseline="0">
                <a:solidFill>
                  <a:schemeClr val="bg1">
                    <a:alpha val="10000"/>
                  </a:schemeClr>
                </a:solidFill>
                <a:latin typeface="+mj-lt"/>
              </a:defRPr>
            </a:lvl1pPr>
            <a:lvl2pPr marL="457200" indent="0">
              <a:buNone/>
              <a:defRPr>
                <a:latin typeface="Felix Titling" pitchFamily="82" charset="77"/>
              </a:defRPr>
            </a:lvl2pPr>
            <a:lvl3pPr marL="914400" indent="0">
              <a:buNone/>
              <a:defRPr>
                <a:latin typeface="Felix Titling" pitchFamily="82" charset="77"/>
              </a:defRPr>
            </a:lvl3pPr>
            <a:lvl4pPr marL="1371600" indent="0">
              <a:buNone/>
              <a:defRPr>
                <a:latin typeface="Felix Titling" pitchFamily="82" charset="77"/>
              </a:defRPr>
            </a:lvl4pPr>
            <a:lvl5pPr marL="1828800" indent="0">
              <a:buNone/>
              <a:defRPr>
                <a:latin typeface="Felix Titling" pitchFamily="82" charset="77"/>
              </a:defRPr>
            </a:lvl5pPr>
          </a:lstStyle>
          <a:p>
            <a:pPr lvl="0"/>
            <a:r>
              <a:rPr lang="en-US" dirty="0"/>
              <a:t>title</a:t>
            </a:r>
          </a:p>
        </p:txBody>
      </p:sp>
      <p:sp>
        <p:nvSpPr>
          <p:cNvPr id="9" name="Text Placeholder 3">
            <a:extLst>
              <a:ext uri="{FF2B5EF4-FFF2-40B4-BE49-F238E27FC236}">
                <a16:creationId xmlns:a16="http://schemas.microsoft.com/office/drawing/2014/main" id="{41BADE24-E02E-B86B-4973-FF07C9C25E12}"/>
              </a:ext>
            </a:extLst>
          </p:cNvPr>
          <p:cNvSpPr>
            <a:spLocks noGrp="1"/>
          </p:cNvSpPr>
          <p:nvPr>
            <p:ph type="body" sz="quarter" idx="12" hasCustomPrompt="1"/>
          </p:nvPr>
        </p:nvSpPr>
        <p:spPr>
          <a:xfrm>
            <a:off x="783681" y="1296361"/>
            <a:ext cx="7156551" cy="992899"/>
          </a:xfrm>
        </p:spPr>
        <p:txBody>
          <a:bodyPr lIns="0" tIns="0" rIns="0" bIns="0">
            <a:noAutofit/>
          </a:bodyPr>
          <a:lstStyle>
            <a:lvl1pPr marL="0" indent="0">
              <a:buNone/>
              <a:defRPr sz="8000" b="0" spc="1000" baseline="0">
                <a:solidFill>
                  <a:schemeClr val="bg1">
                    <a:alpha val="10000"/>
                  </a:schemeClr>
                </a:solidFill>
                <a:latin typeface="+mj-lt"/>
              </a:defRPr>
            </a:lvl1pPr>
            <a:lvl2pPr marL="457200" indent="0">
              <a:buNone/>
              <a:defRPr>
                <a:latin typeface="Felix Titling" pitchFamily="82" charset="77"/>
              </a:defRPr>
            </a:lvl2pPr>
            <a:lvl3pPr marL="914400" indent="0">
              <a:buNone/>
              <a:defRPr>
                <a:latin typeface="Felix Titling" pitchFamily="82" charset="77"/>
              </a:defRPr>
            </a:lvl3pPr>
            <a:lvl4pPr marL="1371600" indent="0">
              <a:buNone/>
              <a:defRPr>
                <a:latin typeface="Felix Titling" pitchFamily="82" charset="77"/>
              </a:defRPr>
            </a:lvl4pPr>
            <a:lvl5pPr marL="1828800" indent="0">
              <a:buNone/>
              <a:defRPr>
                <a:latin typeface="Felix Titling" pitchFamily="82" charset="77"/>
              </a:defRPr>
            </a:lvl5pPr>
          </a:lstStyle>
          <a:p>
            <a:pPr lvl="0"/>
            <a:r>
              <a:rPr lang="en-US" dirty="0"/>
              <a:t>Master</a:t>
            </a:r>
          </a:p>
        </p:txBody>
      </p:sp>
      <p:sp>
        <p:nvSpPr>
          <p:cNvPr id="12" name="Picture Placeholder 11">
            <a:extLst>
              <a:ext uri="{FF2B5EF4-FFF2-40B4-BE49-F238E27FC236}">
                <a16:creationId xmlns:a16="http://schemas.microsoft.com/office/drawing/2014/main" id="{096E5F1B-46ED-3EC5-71CF-9A8DF9B5AA9D}"/>
              </a:ext>
            </a:extLst>
          </p:cNvPr>
          <p:cNvSpPr>
            <a:spLocks noGrp="1"/>
          </p:cNvSpPr>
          <p:nvPr>
            <p:ph type="pic" sz="quarter" idx="10"/>
          </p:nvPr>
        </p:nvSpPr>
        <p:spPr>
          <a:xfrm>
            <a:off x="6078452" y="1"/>
            <a:ext cx="5329866" cy="6857999"/>
          </a:xfrm>
          <a:custGeom>
            <a:avLst/>
            <a:gdLst>
              <a:gd name="connsiteX0" fmla="*/ 1468669 w 5329866"/>
              <a:gd name="connsiteY0" fmla="*/ 0 h 6857999"/>
              <a:gd name="connsiteX1" fmla="*/ 3861198 w 5329866"/>
              <a:gd name="connsiteY1" fmla="*/ 0 h 6857999"/>
              <a:gd name="connsiteX2" fmla="*/ 3935198 w 5329866"/>
              <a:gd name="connsiteY2" fmla="*/ 35648 h 6857999"/>
              <a:gd name="connsiteX3" fmla="*/ 5329866 w 5329866"/>
              <a:gd name="connsiteY3" fmla="*/ 2378939 h 6857999"/>
              <a:gd name="connsiteX4" fmla="*/ 5326197 w 5329866"/>
              <a:gd name="connsiteY4" fmla="*/ 2451597 h 6857999"/>
              <a:gd name="connsiteX5" fmla="*/ 5329866 w 5329866"/>
              <a:gd name="connsiteY5" fmla="*/ 2451597 h 6857999"/>
              <a:gd name="connsiteX6" fmla="*/ 5329866 w 5329866"/>
              <a:gd name="connsiteY6" fmla="*/ 4479062 h 6857999"/>
              <a:gd name="connsiteX7" fmla="*/ 5329866 w 5329866"/>
              <a:gd name="connsiteY7" fmla="*/ 4613614 h 6857999"/>
              <a:gd name="connsiteX8" fmla="*/ 5323072 w 5329866"/>
              <a:gd name="connsiteY8" fmla="*/ 4613614 h 6857999"/>
              <a:gd name="connsiteX9" fmla="*/ 5316108 w 5329866"/>
              <a:gd name="connsiteY9" fmla="*/ 4751536 h 6857999"/>
              <a:gd name="connsiteX10" fmla="*/ 4074162 w 5329866"/>
              <a:gd name="connsiteY10" fmla="*/ 6741331 h 6857999"/>
              <a:gd name="connsiteX11" fmla="*/ 3866902 w 5329866"/>
              <a:gd name="connsiteY11" fmla="*/ 6857999 h 6857999"/>
              <a:gd name="connsiteX12" fmla="*/ 1462965 w 5329866"/>
              <a:gd name="connsiteY12" fmla="*/ 6857999 h 6857999"/>
              <a:gd name="connsiteX13" fmla="*/ 1255705 w 5329866"/>
              <a:gd name="connsiteY13" fmla="*/ 6741331 h 6857999"/>
              <a:gd name="connsiteX14" fmla="*/ 13759 w 5329866"/>
              <a:gd name="connsiteY14" fmla="*/ 4751536 h 6857999"/>
              <a:gd name="connsiteX15" fmla="*/ 6794 w 5329866"/>
              <a:gd name="connsiteY15" fmla="*/ 4613614 h 6857999"/>
              <a:gd name="connsiteX16" fmla="*/ 2 w 5329866"/>
              <a:gd name="connsiteY16" fmla="*/ 4613614 h 6857999"/>
              <a:gd name="connsiteX17" fmla="*/ 2 w 5329866"/>
              <a:gd name="connsiteY17" fmla="*/ 4479104 h 6857999"/>
              <a:gd name="connsiteX18" fmla="*/ 0 w 5329866"/>
              <a:gd name="connsiteY18" fmla="*/ 4479062 h 6857999"/>
              <a:gd name="connsiteX19" fmla="*/ 2 w 5329866"/>
              <a:gd name="connsiteY19" fmla="*/ 4479020 h 6857999"/>
              <a:gd name="connsiteX20" fmla="*/ 2 w 5329866"/>
              <a:gd name="connsiteY20" fmla="*/ 2451597 h 6857999"/>
              <a:gd name="connsiteX21" fmla="*/ 3670 w 5329866"/>
              <a:gd name="connsiteY21" fmla="*/ 2451597 h 6857999"/>
              <a:gd name="connsiteX22" fmla="*/ 0 w 5329866"/>
              <a:gd name="connsiteY22" fmla="*/ 2378939 h 6857999"/>
              <a:gd name="connsiteX23" fmla="*/ 1394668 w 5329866"/>
              <a:gd name="connsiteY23" fmla="*/ 35648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29866" h="6857999">
                <a:moveTo>
                  <a:pt x="1468669" y="0"/>
                </a:moveTo>
                <a:lnTo>
                  <a:pt x="3861198" y="0"/>
                </a:lnTo>
                <a:lnTo>
                  <a:pt x="3935198" y="35648"/>
                </a:lnTo>
                <a:cubicBezTo>
                  <a:pt x="4765925" y="486926"/>
                  <a:pt x="5329866" y="1367075"/>
                  <a:pt x="5329866" y="2378939"/>
                </a:cubicBezTo>
                <a:lnTo>
                  <a:pt x="5326197" y="2451597"/>
                </a:lnTo>
                <a:lnTo>
                  <a:pt x="5329866" y="2451597"/>
                </a:lnTo>
                <a:lnTo>
                  <a:pt x="5329866" y="4479062"/>
                </a:lnTo>
                <a:lnTo>
                  <a:pt x="5329866" y="4613614"/>
                </a:lnTo>
                <a:lnTo>
                  <a:pt x="5323072" y="4613614"/>
                </a:lnTo>
                <a:lnTo>
                  <a:pt x="5316108" y="4751536"/>
                </a:lnTo>
                <a:cubicBezTo>
                  <a:pt x="5230813" y="5591417"/>
                  <a:pt x="4755512" y="6316001"/>
                  <a:pt x="4074162" y="6741331"/>
                </a:cubicBezTo>
                <a:lnTo>
                  <a:pt x="3866902" y="6857999"/>
                </a:lnTo>
                <a:lnTo>
                  <a:pt x="1462965" y="6857999"/>
                </a:lnTo>
                <a:lnTo>
                  <a:pt x="1255705" y="6741331"/>
                </a:lnTo>
                <a:cubicBezTo>
                  <a:pt x="574355" y="6316001"/>
                  <a:pt x="99054" y="5591417"/>
                  <a:pt x="13759" y="4751536"/>
                </a:cubicBezTo>
                <a:lnTo>
                  <a:pt x="6794" y="4613614"/>
                </a:lnTo>
                <a:lnTo>
                  <a:pt x="2" y="4613614"/>
                </a:lnTo>
                <a:lnTo>
                  <a:pt x="2" y="4479104"/>
                </a:lnTo>
                <a:lnTo>
                  <a:pt x="0" y="4479062"/>
                </a:lnTo>
                <a:lnTo>
                  <a:pt x="2" y="4479020"/>
                </a:lnTo>
                <a:lnTo>
                  <a:pt x="2" y="2451597"/>
                </a:lnTo>
                <a:lnTo>
                  <a:pt x="3670" y="2451597"/>
                </a:lnTo>
                <a:lnTo>
                  <a:pt x="0" y="2378939"/>
                </a:lnTo>
                <a:cubicBezTo>
                  <a:pt x="0" y="1367075"/>
                  <a:pt x="563941" y="486926"/>
                  <a:pt x="1394668" y="35648"/>
                </a:cubicBezTo>
                <a:close/>
              </a:path>
            </a:pathLst>
          </a:custGeom>
          <a:solidFill>
            <a:schemeClr val="accent2"/>
          </a:solidFill>
        </p:spPr>
        <p:txBody>
          <a:bodyPr wrap="square" anchor="ctr">
            <a:noAutofit/>
          </a:bodyPr>
          <a:lstStyle>
            <a:lvl1pPr marL="0" indent="0" algn="ctr">
              <a:buNone/>
              <a:defRPr sz="1400" b="0" i="0">
                <a:latin typeface="+mn-lt"/>
              </a:defRPr>
            </a:lvl1pPr>
          </a:lstStyle>
          <a:p>
            <a:endParaRPr lang="en-US" dirty="0"/>
          </a:p>
        </p:txBody>
      </p:sp>
      <p:sp>
        <p:nvSpPr>
          <p:cNvPr id="7" name="Title 1">
            <a:extLst>
              <a:ext uri="{FF2B5EF4-FFF2-40B4-BE49-F238E27FC236}">
                <a16:creationId xmlns:a16="http://schemas.microsoft.com/office/drawing/2014/main" id="{3E88BC5D-D10D-D2EE-8AE9-4CDCE46A205D}"/>
              </a:ext>
            </a:extLst>
          </p:cNvPr>
          <p:cNvSpPr>
            <a:spLocks noGrp="1"/>
          </p:cNvSpPr>
          <p:nvPr>
            <p:ph type="title" hasCustomPrompt="1"/>
          </p:nvPr>
        </p:nvSpPr>
        <p:spPr>
          <a:xfrm>
            <a:off x="783681" y="2404268"/>
            <a:ext cx="7217511" cy="2049462"/>
          </a:xfrm>
        </p:spPr>
        <p:txBody>
          <a:bodyPr vert="horz" lIns="0" tIns="0" rIns="0" bIns="0" rtlCol="0" anchor="t">
            <a:noAutofit/>
          </a:bodyPr>
          <a:lstStyle>
            <a:lvl1pPr>
              <a:defRPr lang="en-US" sz="8000" b="0" i="0" spc="1000">
                <a:solidFill>
                  <a:schemeClr val="bg1"/>
                </a:solidFill>
                <a:ea typeface="+mn-ea"/>
                <a:cs typeface="+mn-cs"/>
              </a:defRPr>
            </a:lvl1pPr>
          </a:lstStyle>
          <a:p>
            <a:pPr marL="0" lvl="0" indent="0">
              <a:spcBef>
                <a:spcPts val="1000"/>
              </a:spcBef>
              <a:buFont typeface="Arial" panose="020B0604020202020204" pitchFamily="34" charset="0"/>
            </a:pPr>
            <a:r>
              <a:rPr lang="en-US" dirty="0"/>
              <a:t>Master Title</a:t>
            </a:r>
          </a:p>
        </p:txBody>
      </p:sp>
    </p:spTree>
    <p:extLst>
      <p:ext uri="{BB962C8B-B14F-4D97-AF65-F5344CB8AC3E}">
        <p14:creationId xmlns:p14="http://schemas.microsoft.com/office/powerpoint/2010/main" val="22122338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245CA8F2-58D1-3DCE-8413-CE65DE3496A5}"/>
              </a:ext>
            </a:extLst>
          </p:cNvPr>
          <p:cNvSpPr>
            <a:spLocks noGrp="1"/>
          </p:cNvSpPr>
          <p:nvPr>
            <p:ph type="body" sz="quarter" idx="19" hasCustomPrompt="1"/>
          </p:nvPr>
        </p:nvSpPr>
        <p:spPr>
          <a:xfrm>
            <a:off x="3290962" y="-801666"/>
            <a:ext cx="4667994" cy="7825231"/>
          </a:xfrm>
        </p:spPr>
        <p:txBody>
          <a:bodyPr lIns="0" tIns="0" rIns="0" bIns="0">
            <a:noAutofit/>
          </a:bodyPr>
          <a:lstStyle>
            <a:lvl1pPr marL="0" indent="0" algn="l">
              <a:lnSpc>
                <a:spcPct val="90000"/>
              </a:lnSpc>
              <a:spcBef>
                <a:spcPts val="0"/>
              </a:spcBef>
              <a:buNone/>
              <a:defRPr sz="8500" b="0" spc="650" baseline="0">
                <a:solidFill>
                  <a:schemeClr val="tx2">
                    <a:alpha val="10000"/>
                  </a:schemeClr>
                </a:solidFill>
                <a:latin typeface="+mj-lt"/>
              </a:defRPr>
            </a:lvl1pPr>
            <a:lvl2pPr marL="457200" indent="0">
              <a:buNone/>
              <a:defRPr>
                <a:latin typeface="Felix Titling" pitchFamily="82" charset="77"/>
              </a:defRPr>
            </a:lvl2pPr>
            <a:lvl3pPr marL="914400" indent="0">
              <a:buNone/>
              <a:defRPr>
                <a:latin typeface="Felix Titling" pitchFamily="82" charset="77"/>
              </a:defRPr>
            </a:lvl3pPr>
            <a:lvl4pPr marL="1371600" indent="0">
              <a:buNone/>
              <a:defRPr>
                <a:latin typeface="Felix Titling" pitchFamily="82" charset="77"/>
              </a:defRPr>
            </a:lvl4pPr>
            <a:lvl5pPr marL="1828800" indent="0">
              <a:buNone/>
              <a:defRPr>
                <a:latin typeface="Felix Titling" pitchFamily="82" charset="77"/>
              </a:defRPr>
            </a:lvl5pPr>
          </a:lstStyle>
          <a:p>
            <a:pPr lvl="0"/>
            <a:r>
              <a:rPr lang="en-US" dirty="0"/>
              <a:t>Thank</a:t>
            </a:r>
          </a:p>
          <a:p>
            <a:pPr lvl="0"/>
            <a:r>
              <a:rPr lang="en-US" dirty="0"/>
              <a:t>Thank</a:t>
            </a:r>
          </a:p>
          <a:p>
            <a:pPr lvl="0"/>
            <a:r>
              <a:rPr lang="en-US" dirty="0"/>
              <a:t>Thank you</a:t>
            </a:r>
          </a:p>
          <a:p>
            <a:pPr lvl="0"/>
            <a:r>
              <a:rPr lang="en-US" dirty="0"/>
              <a:t>You</a:t>
            </a:r>
          </a:p>
          <a:p>
            <a:pPr lvl="0"/>
            <a:r>
              <a:rPr lang="en-US" dirty="0"/>
              <a:t>You</a:t>
            </a:r>
          </a:p>
          <a:p>
            <a:pPr lvl="0"/>
            <a:r>
              <a:rPr lang="en-US" dirty="0"/>
              <a:t>you</a:t>
            </a:r>
          </a:p>
        </p:txBody>
      </p:sp>
      <p:sp>
        <p:nvSpPr>
          <p:cNvPr id="7" name="Title 3">
            <a:extLst>
              <a:ext uri="{FF2B5EF4-FFF2-40B4-BE49-F238E27FC236}">
                <a16:creationId xmlns:a16="http://schemas.microsoft.com/office/drawing/2014/main" id="{DAB6B870-F337-8AB9-902B-76B31B88B8DE}"/>
              </a:ext>
            </a:extLst>
          </p:cNvPr>
          <p:cNvSpPr>
            <a:spLocks noGrp="1"/>
          </p:cNvSpPr>
          <p:nvPr>
            <p:ph type="title"/>
          </p:nvPr>
        </p:nvSpPr>
        <p:spPr>
          <a:xfrm>
            <a:off x="6096000" y="3039033"/>
            <a:ext cx="3478306" cy="3186954"/>
          </a:xfrm>
        </p:spPr>
        <p:txBody>
          <a:bodyPr vert="horz" lIns="0" tIns="0" rIns="0" bIns="0" rtlCol="0" anchor="t">
            <a:noAutofit/>
          </a:bodyPr>
          <a:lstStyle>
            <a:lvl1pPr>
              <a:lnSpc>
                <a:spcPct val="150000"/>
              </a:lnSpc>
              <a:defRPr lang="en-US" sz="1600" b="1" i="0" spc="50">
                <a:solidFill>
                  <a:schemeClr val="accent1"/>
                </a:solidFill>
                <a:latin typeface="+mn-lt"/>
                <a:ea typeface="+mn-ea"/>
                <a:cs typeface="+mn-cs"/>
              </a:defRPr>
            </a:lvl1pPr>
          </a:lstStyle>
          <a:p>
            <a:pPr marL="0" lvl="0" indent="0">
              <a:spcBef>
                <a:spcPts val="1000"/>
              </a:spcBef>
              <a:buFont typeface="Arial" panose="020B0604020202020204" pitchFamily="34" charset="0"/>
            </a:pPr>
            <a:r>
              <a:rPr lang="en-US" dirty="0"/>
              <a:t>Click to edit Master title style</a:t>
            </a:r>
          </a:p>
        </p:txBody>
      </p:sp>
      <p:sp>
        <p:nvSpPr>
          <p:cNvPr id="9" name="Text Placeholder 3">
            <a:extLst>
              <a:ext uri="{FF2B5EF4-FFF2-40B4-BE49-F238E27FC236}">
                <a16:creationId xmlns:a16="http://schemas.microsoft.com/office/drawing/2014/main" id="{C413E8F7-437B-CCB5-23CA-F7ABF62FD06B}"/>
              </a:ext>
            </a:extLst>
          </p:cNvPr>
          <p:cNvSpPr>
            <a:spLocks noGrp="1"/>
          </p:cNvSpPr>
          <p:nvPr>
            <p:ph type="body" sz="quarter" idx="20" hasCustomPrompt="1"/>
          </p:nvPr>
        </p:nvSpPr>
        <p:spPr>
          <a:xfrm>
            <a:off x="3290962" y="1467062"/>
            <a:ext cx="4667994" cy="2420772"/>
          </a:xfrm>
        </p:spPr>
        <p:txBody>
          <a:bodyPr lIns="0" tIns="0" rIns="0" bIns="0" anchor="ctr">
            <a:noAutofit/>
          </a:bodyPr>
          <a:lstStyle>
            <a:lvl1pPr marL="0" indent="0" algn="l">
              <a:lnSpc>
                <a:spcPct val="90000"/>
              </a:lnSpc>
              <a:spcBef>
                <a:spcPts val="0"/>
              </a:spcBef>
              <a:buNone/>
              <a:defRPr sz="8500" b="0" spc="650" baseline="0">
                <a:solidFill>
                  <a:schemeClr val="tx2"/>
                </a:solidFill>
                <a:latin typeface="+mj-lt"/>
              </a:defRPr>
            </a:lvl1pPr>
            <a:lvl2pPr marL="457200" indent="0">
              <a:buNone/>
              <a:defRPr>
                <a:latin typeface="Felix Titling" pitchFamily="82" charset="77"/>
              </a:defRPr>
            </a:lvl2pPr>
            <a:lvl3pPr marL="914400" indent="0">
              <a:buNone/>
              <a:defRPr>
                <a:latin typeface="Felix Titling" pitchFamily="82" charset="77"/>
              </a:defRPr>
            </a:lvl3pPr>
            <a:lvl4pPr marL="1371600" indent="0">
              <a:buNone/>
              <a:defRPr>
                <a:latin typeface="Felix Titling" pitchFamily="82" charset="77"/>
              </a:defRPr>
            </a:lvl4pPr>
            <a:lvl5pPr marL="1828800" indent="0">
              <a:buNone/>
              <a:defRPr>
                <a:latin typeface="Felix Titling" pitchFamily="82" charset="77"/>
              </a:defRPr>
            </a:lvl5pPr>
          </a:lstStyle>
          <a:p>
            <a:pPr lvl="0"/>
            <a:r>
              <a:rPr lang="en-US" dirty="0"/>
              <a:t>Thank you</a:t>
            </a:r>
          </a:p>
        </p:txBody>
      </p:sp>
    </p:spTree>
    <p:extLst>
      <p:ext uri="{BB962C8B-B14F-4D97-AF65-F5344CB8AC3E}">
        <p14:creationId xmlns:p14="http://schemas.microsoft.com/office/powerpoint/2010/main" val="2153117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6">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B94F4E-FF39-0408-C3C6-A986750D825D}"/>
              </a:ext>
            </a:extLst>
          </p:cNvPr>
          <p:cNvSpPr>
            <a:spLocks noGrp="1"/>
          </p:cNvSpPr>
          <p:nvPr>
            <p:ph type="title"/>
          </p:nvPr>
        </p:nvSpPr>
        <p:spPr>
          <a:xfrm>
            <a:off x="638461" y="365125"/>
            <a:ext cx="10915075" cy="1325563"/>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2EB616EB-5E9D-04D9-F6DC-33F7E5BBA167}"/>
              </a:ext>
            </a:extLst>
          </p:cNvPr>
          <p:cNvSpPr>
            <a:spLocks noGrp="1"/>
          </p:cNvSpPr>
          <p:nvPr>
            <p:ph type="body" idx="1"/>
          </p:nvPr>
        </p:nvSpPr>
        <p:spPr>
          <a:xfrm>
            <a:off x="638460" y="1825625"/>
            <a:ext cx="10915076"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5">
            <a:extLst>
              <a:ext uri="{FF2B5EF4-FFF2-40B4-BE49-F238E27FC236}">
                <a16:creationId xmlns:a16="http://schemas.microsoft.com/office/drawing/2014/main" id="{1061C11A-4AAF-B1E1-B1F3-67C0A55EFF82}"/>
              </a:ext>
            </a:extLst>
          </p:cNvPr>
          <p:cNvSpPr>
            <a:spLocks noGrp="1"/>
          </p:cNvSpPr>
          <p:nvPr>
            <p:ph type="sldNum" sz="quarter" idx="4"/>
          </p:nvPr>
        </p:nvSpPr>
        <p:spPr>
          <a:xfrm>
            <a:off x="8810336" y="6356350"/>
            <a:ext cx="2743200" cy="365125"/>
          </a:xfrm>
          <a:prstGeom prst="rect">
            <a:avLst/>
          </a:prstGeom>
        </p:spPr>
        <p:txBody>
          <a:bodyPr vert="horz" lIns="91440" tIns="45720" rIns="91440" bIns="45720" rtlCol="0" anchor="ctr"/>
          <a:lstStyle>
            <a:lvl1pPr algn="r">
              <a:defRPr sz="1200" b="0" i="0" spc="50" baseline="0">
                <a:solidFill>
                  <a:schemeClr val="accent2">
                    <a:lumMod val="90000"/>
                  </a:schemeClr>
                </a:solidFill>
                <a:latin typeface="+mn-lt"/>
              </a:defRPr>
            </a:lvl1pPr>
          </a:lstStyle>
          <a:p>
            <a:fld id="{295C7AAE-A677-454A-8BDB-62A0650ACE98}" type="slidenum">
              <a:rPr lang="en-US" smtClean="0"/>
              <a:pPr/>
              <a:t>‹#›</a:t>
            </a:fld>
            <a:endParaRPr lang="en-US" dirty="0"/>
          </a:p>
        </p:txBody>
      </p:sp>
      <p:sp>
        <p:nvSpPr>
          <p:cNvPr id="8" name="Footer Placeholder 4">
            <a:extLst>
              <a:ext uri="{FF2B5EF4-FFF2-40B4-BE49-F238E27FC236}">
                <a16:creationId xmlns:a16="http://schemas.microsoft.com/office/drawing/2014/main" id="{D63DBDAD-8830-10AA-86C7-A42D12292797}"/>
              </a:ext>
            </a:extLst>
          </p:cNvPr>
          <p:cNvSpPr>
            <a:spLocks noGrp="1"/>
          </p:cNvSpPr>
          <p:nvPr>
            <p:ph type="ftr" sz="quarter" idx="3"/>
          </p:nvPr>
        </p:nvSpPr>
        <p:spPr>
          <a:xfrm>
            <a:off x="638460" y="6356350"/>
            <a:ext cx="4114800" cy="365125"/>
          </a:xfrm>
          <a:prstGeom prst="rect">
            <a:avLst/>
          </a:prstGeom>
        </p:spPr>
        <p:txBody>
          <a:bodyPr anchor="ctr"/>
          <a:lstStyle>
            <a:lvl1pPr>
              <a:defRPr sz="1200" b="0" i="0" spc="50" baseline="0">
                <a:solidFill>
                  <a:schemeClr val="accent2">
                    <a:lumMod val="90000"/>
                  </a:schemeClr>
                </a:solidFill>
                <a:latin typeface="+mn-lt"/>
              </a:defRPr>
            </a:lvl1pPr>
          </a:lstStyle>
          <a:p>
            <a:r>
              <a:rPr lang="en-US"/>
              <a:t>Presentation title</a:t>
            </a:r>
            <a:endParaRPr lang="en-US" dirty="0"/>
          </a:p>
        </p:txBody>
      </p:sp>
    </p:spTree>
    <p:extLst>
      <p:ext uri="{BB962C8B-B14F-4D97-AF65-F5344CB8AC3E}">
        <p14:creationId xmlns:p14="http://schemas.microsoft.com/office/powerpoint/2010/main" val="1681553629"/>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700" r:id="rId3"/>
    <p:sldLayoutId id="2147483701" r:id="rId4"/>
    <p:sldLayoutId id="2147483702" r:id="rId5"/>
    <p:sldLayoutId id="2147483703" r:id="rId6"/>
    <p:sldLayoutId id="2147483704" r:id="rId7"/>
    <p:sldLayoutId id="2147483705" r:id="rId8"/>
    <p:sldLayoutId id="2147483711" r:id="rId9"/>
    <p:sldLayoutId id="2147483706" r:id="rId10"/>
    <p:sldLayoutId id="2147483707" r:id="rId11"/>
    <p:sldLayoutId id="2147483708" r:id="rId12"/>
    <p:sldLayoutId id="2147483709" r:id="rId13"/>
    <p:sldLayoutId id="2147483710" r:id="rId14"/>
  </p:sldLayoutIdLst>
  <p:hf hdr="0" dt="0"/>
  <p:txStyles>
    <p:titleStyle>
      <a:lvl1pPr algn="l" defTabSz="914400" rtl="0" eaLnBrk="1" latinLnBrk="0" hangingPunct="1">
        <a:lnSpc>
          <a:spcPct val="90000"/>
        </a:lnSpc>
        <a:spcBef>
          <a:spcPct val="0"/>
        </a:spcBef>
        <a:buNone/>
        <a:defRPr sz="5500" kern="1200" spc="5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b="1" i="0" kern="1200" spc="5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spc="5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spc="5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Book" panose="0200050302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06A25-0569-0BFE-AB1C-FC206CC58B7F}"/>
              </a:ext>
            </a:extLst>
          </p:cNvPr>
          <p:cNvSpPr>
            <a:spLocks noGrp="1"/>
          </p:cNvSpPr>
          <p:nvPr>
            <p:ph type="ctrTitle"/>
          </p:nvPr>
        </p:nvSpPr>
        <p:spPr>
          <a:xfrm>
            <a:off x="536355" y="860958"/>
            <a:ext cx="6991953" cy="2805971"/>
          </a:xfrm>
        </p:spPr>
        <p:txBody>
          <a:bodyPr/>
          <a:lstStyle/>
          <a:p>
            <a:br>
              <a:rPr lang="sr-Latn-RS" sz="6000" b="1" dirty="0">
                <a:solidFill>
                  <a:schemeClr val="accent6"/>
                </a:solidFill>
              </a:rPr>
            </a:br>
            <a:r>
              <a:rPr lang="en-US" sz="6000" b="1" dirty="0">
                <a:solidFill>
                  <a:schemeClr val="accent6"/>
                </a:solidFill>
              </a:rPr>
              <a:t>ANALIZA</a:t>
            </a:r>
            <a:br>
              <a:rPr lang="en-US" sz="6000" b="1" dirty="0">
                <a:solidFill>
                  <a:schemeClr val="accent6"/>
                </a:solidFill>
              </a:rPr>
            </a:br>
            <a:r>
              <a:rPr lang="en-US" sz="6000" b="1" dirty="0">
                <a:solidFill>
                  <a:schemeClr val="accent6"/>
                </a:solidFill>
              </a:rPr>
              <a:t>KREDITNOG</a:t>
            </a:r>
            <a:br>
              <a:rPr lang="en-US" sz="6000" b="1" dirty="0">
                <a:solidFill>
                  <a:schemeClr val="accent6"/>
                </a:solidFill>
              </a:rPr>
            </a:br>
            <a:r>
              <a:rPr lang="en-US" sz="6000" b="1" dirty="0">
                <a:solidFill>
                  <a:schemeClr val="accent6"/>
                </a:solidFill>
              </a:rPr>
              <a:t>PORTFOLIA</a:t>
            </a:r>
            <a:br>
              <a:rPr lang="en-US" sz="6000" b="1" dirty="0">
                <a:solidFill>
                  <a:schemeClr val="accent6"/>
                </a:solidFill>
              </a:rPr>
            </a:br>
            <a:endParaRPr lang="en-US" sz="6000" b="1" dirty="0">
              <a:solidFill>
                <a:schemeClr val="accent6"/>
              </a:solidFill>
            </a:endParaRPr>
          </a:p>
        </p:txBody>
      </p:sp>
      <p:pic>
        <p:nvPicPr>
          <p:cNvPr id="7" name="Picture Placeholder 6">
            <a:extLst>
              <a:ext uri="{FF2B5EF4-FFF2-40B4-BE49-F238E27FC236}">
                <a16:creationId xmlns:a16="http://schemas.microsoft.com/office/drawing/2014/main" id="{B5FDA118-884A-A80E-35F3-C0CC8F711531}"/>
              </a:ext>
            </a:extLst>
          </p:cNvPr>
          <p:cNvPicPr>
            <a:picLocks noGrp="1" noChangeAspect="1"/>
          </p:cNvPicPr>
          <p:nvPr>
            <p:ph type="pic" sz="quarter" idx="10"/>
          </p:nvPr>
        </p:nvPicPr>
        <p:blipFill>
          <a:blip r:embed="rId2"/>
          <a:srcRect l="24243" t="946" r="18444" b="3017"/>
          <a:stretch>
            <a:fillRect/>
          </a:stretch>
        </p:blipFill>
        <p:spPr>
          <a:xfrm>
            <a:off x="7528308" y="860958"/>
            <a:ext cx="4085468" cy="5136084"/>
          </a:xfrm>
        </p:spPr>
      </p:pic>
      <p:sp>
        <p:nvSpPr>
          <p:cNvPr id="13" name="TextBox 12">
            <a:extLst>
              <a:ext uri="{FF2B5EF4-FFF2-40B4-BE49-F238E27FC236}">
                <a16:creationId xmlns:a16="http://schemas.microsoft.com/office/drawing/2014/main" id="{24C16CD1-9073-AF6A-6BF4-916E408E67E4}"/>
              </a:ext>
            </a:extLst>
          </p:cNvPr>
          <p:cNvSpPr txBox="1"/>
          <p:nvPr/>
        </p:nvSpPr>
        <p:spPr>
          <a:xfrm>
            <a:off x="536355" y="5626167"/>
            <a:ext cx="10077630" cy="370875"/>
          </a:xfrm>
          <a:prstGeom prst="rect">
            <a:avLst/>
          </a:prstGeom>
          <a:noFill/>
        </p:spPr>
        <p:txBody>
          <a:bodyPr vert="horz" wrap="none" lIns="0" tIns="0" rIns="0" bIns="0" rtlCol="0" anchor="t">
            <a:noAutofit/>
          </a:bodyPr>
          <a:lstStyle/>
          <a:p>
            <a:pPr algn="l"/>
            <a:r>
              <a:rPr lang="sr-Latn-RS" sz="2400" spc="500" dirty="0">
                <a:solidFill>
                  <a:schemeClr val="accent6"/>
                </a:solidFill>
                <a:latin typeface="+mj-lt"/>
              </a:rPr>
              <a:t>Dušanka IgnjatoviĆ IN41/2021</a:t>
            </a:r>
          </a:p>
        </p:txBody>
      </p:sp>
      <p:sp>
        <p:nvSpPr>
          <p:cNvPr id="14" name="TextBox 13">
            <a:extLst>
              <a:ext uri="{FF2B5EF4-FFF2-40B4-BE49-F238E27FC236}">
                <a16:creationId xmlns:a16="http://schemas.microsoft.com/office/drawing/2014/main" id="{B759390C-468B-1BA7-B0A0-3A450E5818D3}"/>
              </a:ext>
            </a:extLst>
          </p:cNvPr>
          <p:cNvSpPr txBox="1"/>
          <p:nvPr/>
        </p:nvSpPr>
        <p:spPr>
          <a:xfrm>
            <a:off x="536355" y="3626194"/>
            <a:ext cx="6396880" cy="1020353"/>
          </a:xfrm>
          <a:prstGeom prst="rect">
            <a:avLst/>
          </a:prstGeom>
          <a:noFill/>
        </p:spPr>
        <p:txBody>
          <a:bodyPr vert="horz" wrap="none" lIns="0" tIns="0" rIns="0" bIns="0" rtlCol="0" anchor="t">
            <a:noAutofit/>
          </a:bodyPr>
          <a:lstStyle/>
          <a:p>
            <a:pPr algn="l"/>
            <a:r>
              <a:rPr lang="sr-Latn-RS" sz="2800" spc="500" dirty="0">
                <a:solidFill>
                  <a:schemeClr val="accent6"/>
                </a:solidFill>
                <a:latin typeface="+mj-lt"/>
              </a:rPr>
              <a:t>Sistemi baza podataka</a:t>
            </a:r>
          </a:p>
          <a:p>
            <a:r>
              <a:rPr lang="sr-Latn-RS" sz="2400" dirty="0">
                <a:solidFill>
                  <a:schemeClr val="accent6"/>
                </a:solidFill>
                <a:latin typeface="+mj-lt"/>
              </a:rPr>
              <a:t>—</a:t>
            </a:r>
            <a:r>
              <a:rPr lang="en-US" dirty="0">
                <a:solidFill>
                  <a:schemeClr val="accent6"/>
                </a:solidFill>
              </a:rPr>
              <a:t> </a:t>
            </a:r>
            <a:r>
              <a:rPr lang="sr-Latn-RS" sz="2800" spc="500" dirty="0">
                <a:solidFill>
                  <a:schemeClr val="accent6"/>
                </a:solidFill>
                <a:latin typeface="+mj-lt"/>
              </a:rPr>
              <a:t>Predlog teme projekta</a:t>
            </a:r>
          </a:p>
        </p:txBody>
      </p:sp>
    </p:spTree>
    <p:extLst>
      <p:ext uri="{BB962C8B-B14F-4D97-AF65-F5344CB8AC3E}">
        <p14:creationId xmlns:p14="http://schemas.microsoft.com/office/powerpoint/2010/main" val="927122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953FD73-3C20-1A2D-592F-07E395610DC1}"/>
              </a:ext>
            </a:extLst>
          </p:cNvPr>
          <p:cNvSpPr>
            <a:spLocks noGrp="1"/>
          </p:cNvSpPr>
          <p:nvPr>
            <p:ph type="title"/>
          </p:nvPr>
        </p:nvSpPr>
        <p:spPr/>
        <p:txBody>
          <a:bodyPr/>
          <a:lstStyle/>
          <a:p>
            <a:r>
              <a:rPr lang="sr-Latn-RS" dirty="0">
                <a:solidFill>
                  <a:schemeClr val="accent6">
                    <a:lumMod val="90000"/>
                    <a:alpha val="10000"/>
                  </a:schemeClr>
                </a:solidFill>
              </a:rPr>
              <a:t>sadrža</a:t>
            </a:r>
            <a:r>
              <a:rPr lang="sr-Latn-RS" dirty="0">
                <a:solidFill>
                  <a:schemeClr val="accent4">
                    <a:alpha val="10000"/>
                  </a:schemeClr>
                </a:solidFill>
              </a:rPr>
              <a:t>j</a:t>
            </a:r>
            <a:r>
              <a:rPr lang="en-US" dirty="0"/>
              <a:t> </a:t>
            </a:r>
            <a:br>
              <a:rPr lang="en-US" dirty="0"/>
            </a:br>
            <a:r>
              <a:rPr lang="sr-Latn-RS" dirty="0">
                <a:solidFill>
                  <a:schemeClr val="accent6">
                    <a:lumMod val="90000"/>
                  </a:schemeClr>
                </a:solidFill>
              </a:rPr>
              <a:t>Sadržaj</a:t>
            </a:r>
            <a:r>
              <a:rPr lang="en-US" dirty="0"/>
              <a:t> </a:t>
            </a:r>
            <a:br>
              <a:rPr lang="en-US" dirty="0"/>
            </a:br>
            <a:r>
              <a:rPr lang="sr-Latn-RS" dirty="0">
                <a:solidFill>
                  <a:schemeClr val="accent6">
                    <a:lumMod val="90000"/>
                    <a:alpha val="10000"/>
                  </a:schemeClr>
                </a:solidFill>
              </a:rPr>
              <a:t>sadržaj</a:t>
            </a:r>
            <a:endParaRPr lang="en-US" dirty="0">
              <a:solidFill>
                <a:schemeClr val="accent6">
                  <a:lumMod val="90000"/>
                  <a:alpha val="10000"/>
                </a:schemeClr>
              </a:solidFill>
            </a:endParaRPr>
          </a:p>
        </p:txBody>
      </p:sp>
      <p:sp>
        <p:nvSpPr>
          <p:cNvPr id="3" name="Text Placeholder 2">
            <a:extLst>
              <a:ext uri="{FF2B5EF4-FFF2-40B4-BE49-F238E27FC236}">
                <a16:creationId xmlns:a16="http://schemas.microsoft.com/office/drawing/2014/main" id="{27573208-F9ED-993D-477F-AD36CA6ABB58}"/>
              </a:ext>
            </a:extLst>
          </p:cNvPr>
          <p:cNvSpPr>
            <a:spLocks noGrp="1"/>
          </p:cNvSpPr>
          <p:nvPr>
            <p:ph type="body" sz="quarter" idx="13"/>
          </p:nvPr>
        </p:nvSpPr>
        <p:spPr>
          <a:xfrm>
            <a:off x="5834014" y="1481328"/>
            <a:ext cx="2527497" cy="677817"/>
          </a:xfrm>
        </p:spPr>
        <p:txBody>
          <a:bodyPr/>
          <a:lstStyle/>
          <a:p>
            <a:r>
              <a:rPr lang="en-US" dirty="0">
                <a:solidFill>
                  <a:schemeClr val="accent6">
                    <a:lumMod val="90000"/>
                  </a:schemeClr>
                </a:solidFill>
              </a:rPr>
              <a:t>PREGLED SKUPA PODATAKA</a:t>
            </a:r>
          </a:p>
        </p:txBody>
      </p:sp>
      <p:sp>
        <p:nvSpPr>
          <p:cNvPr id="6" name="Text Placeholder 5">
            <a:extLst>
              <a:ext uri="{FF2B5EF4-FFF2-40B4-BE49-F238E27FC236}">
                <a16:creationId xmlns:a16="http://schemas.microsoft.com/office/drawing/2014/main" id="{5E22715B-93B4-5AF2-4CF7-4210F6FACB22}"/>
              </a:ext>
            </a:extLst>
          </p:cNvPr>
          <p:cNvSpPr>
            <a:spLocks noGrp="1"/>
          </p:cNvSpPr>
          <p:nvPr>
            <p:ph type="body" sz="quarter" idx="20"/>
          </p:nvPr>
        </p:nvSpPr>
        <p:spPr>
          <a:xfrm>
            <a:off x="5834014" y="3941064"/>
            <a:ext cx="2527497" cy="677817"/>
          </a:xfrm>
        </p:spPr>
        <p:txBody>
          <a:bodyPr/>
          <a:lstStyle/>
          <a:p>
            <a:r>
              <a:rPr lang="sr-Latn-RS" dirty="0">
                <a:solidFill>
                  <a:schemeClr val="accent6">
                    <a:lumMod val="90000"/>
                  </a:schemeClr>
                </a:solidFill>
              </a:rPr>
              <a:t>LOGIČKA SHEMA PODATAKA</a:t>
            </a:r>
            <a:endParaRPr lang="en-US" dirty="0">
              <a:solidFill>
                <a:schemeClr val="accent6">
                  <a:lumMod val="90000"/>
                </a:schemeClr>
              </a:solidFill>
            </a:endParaRPr>
          </a:p>
          <a:p>
            <a:endParaRPr lang="en-US" dirty="0">
              <a:solidFill>
                <a:schemeClr val="accent6">
                  <a:lumMod val="90000"/>
                </a:schemeClr>
              </a:solidFill>
            </a:endParaRPr>
          </a:p>
        </p:txBody>
      </p:sp>
      <p:sp>
        <p:nvSpPr>
          <p:cNvPr id="5" name="Text Placeholder 4">
            <a:extLst>
              <a:ext uri="{FF2B5EF4-FFF2-40B4-BE49-F238E27FC236}">
                <a16:creationId xmlns:a16="http://schemas.microsoft.com/office/drawing/2014/main" id="{9B8AA8EA-154B-1586-1B03-2A3E56C82B92}"/>
              </a:ext>
            </a:extLst>
          </p:cNvPr>
          <p:cNvSpPr>
            <a:spLocks noGrp="1"/>
          </p:cNvSpPr>
          <p:nvPr>
            <p:ph type="body" sz="quarter" idx="18"/>
          </p:nvPr>
        </p:nvSpPr>
        <p:spPr>
          <a:xfrm>
            <a:off x="9326879" y="1481328"/>
            <a:ext cx="2527497" cy="677817"/>
          </a:xfrm>
        </p:spPr>
        <p:txBody>
          <a:bodyPr/>
          <a:lstStyle/>
          <a:p>
            <a:r>
              <a:rPr lang="en-US" dirty="0">
                <a:solidFill>
                  <a:schemeClr val="accent6">
                    <a:lumMod val="90000"/>
                  </a:schemeClr>
                </a:solidFill>
              </a:rPr>
              <a:t>SEMANTIKA KOLONA​</a:t>
            </a:r>
          </a:p>
        </p:txBody>
      </p:sp>
      <p:sp>
        <p:nvSpPr>
          <p:cNvPr id="4" name="Text Placeholder 3">
            <a:extLst>
              <a:ext uri="{FF2B5EF4-FFF2-40B4-BE49-F238E27FC236}">
                <a16:creationId xmlns:a16="http://schemas.microsoft.com/office/drawing/2014/main" id="{046E845C-50F8-D0D3-B695-3EBD492039AF}"/>
              </a:ext>
            </a:extLst>
          </p:cNvPr>
          <p:cNvSpPr>
            <a:spLocks noGrp="1"/>
          </p:cNvSpPr>
          <p:nvPr>
            <p:ph type="body" sz="quarter" idx="16"/>
          </p:nvPr>
        </p:nvSpPr>
        <p:spPr>
          <a:xfrm>
            <a:off x="9326879" y="3941064"/>
            <a:ext cx="2527497" cy="677817"/>
          </a:xfrm>
        </p:spPr>
        <p:txBody>
          <a:bodyPr/>
          <a:lstStyle/>
          <a:p>
            <a:r>
              <a:rPr lang="sr-Latn-RS" dirty="0">
                <a:solidFill>
                  <a:schemeClr val="accent6">
                    <a:lumMod val="90000"/>
                  </a:schemeClr>
                </a:solidFill>
              </a:rPr>
              <a:t>AGREGACIJA PODATAKA</a:t>
            </a:r>
            <a:endParaRPr lang="en-US" dirty="0">
              <a:solidFill>
                <a:schemeClr val="accent6">
                  <a:lumMod val="90000"/>
                </a:schemeClr>
              </a:solidFill>
            </a:endParaRPr>
          </a:p>
        </p:txBody>
      </p:sp>
      <p:sp>
        <p:nvSpPr>
          <p:cNvPr id="11" name="Text Placeholder 10">
            <a:extLst>
              <a:ext uri="{FF2B5EF4-FFF2-40B4-BE49-F238E27FC236}">
                <a16:creationId xmlns:a16="http://schemas.microsoft.com/office/drawing/2014/main" id="{8FFF4002-1A50-108B-9DC3-0DFAA750E43E}"/>
              </a:ext>
            </a:extLst>
          </p:cNvPr>
          <p:cNvSpPr>
            <a:spLocks noGrp="1"/>
          </p:cNvSpPr>
          <p:nvPr>
            <p:ph type="body" sz="quarter" idx="26"/>
          </p:nvPr>
        </p:nvSpPr>
        <p:spPr>
          <a:xfrm>
            <a:off x="5834015" y="1738884"/>
            <a:ext cx="2227344" cy="1645920"/>
          </a:xfrm>
        </p:spPr>
        <p:txBody>
          <a:bodyPr/>
          <a:lstStyle/>
          <a:p>
            <a:pPr marL="171450" indent="-171450">
              <a:buFont typeface="Arial" panose="020B0604020202020204" pitchFamily="34" charset="0"/>
              <a:buChar char="•"/>
            </a:pPr>
            <a:r>
              <a:rPr lang="en-US" dirty="0" err="1">
                <a:solidFill>
                  <a:schemeClr val="accent6">
                    <a:lumMod val="90000"/>
                  </a:schemeClr>
                </a:solidFill>
              </a:rPr>
              <a:t>Upoznavanje</a:t>
            </a:r>
            <a:r>
              <a:rPr lang="en-US" dirty="0">
                <a:solidFill>
                  <a:schemeClr val="accent6">
                    <a:lumMod val="90000"/>
                  </a:schemeClr>
                </a:solidFill>
              </a:rPr>
              <a:t> </a:t>
            </a:r>
            <a:r>
              <a:rPr lang="en-US" dirty="0" err="1">
                <a:solidFill>
                  <a:schemeClr val="accent6">
                    <a:lumMod val="90000"/>
                  </a:schemeClr>
                </a:solidFill>
              </a:rPr>
              <a:t>sa</a:t>
            </a:r>
            <a:r>
              <a:rPr lang="en-US" dirty="0">
                <a:solidFill>
                  <a:schemeClr val="accent6">
                    <a:lumMod val="90000"/>
                  </a:schemeClr>
                </a:solidFill>
              </a:rPr>
              <a:t> </a:t>
            </a:r>
            <a:r>
              <a:rPr lang="en-US" dirty="0" err="1">
                <a:solidFill>
                  <a:schemeClr val="accent6">
                    <a:lumMod val="90000"/>
                  </a:schemeClr>
                </a:solidFill>
              </a:rPr>
              <a:t>temom</a:t>
            </a:r>
            <a:endParaRPr lang="sr-Latn-RS" dirty="0">
              <a:solidFill>
                <a:schemeClr val="accent6">
                  <a:lumMod val="90000"/>
                </a:schemeClr>
              </a:solidFill>
            </a:endParaRPr>
          </a:p>
          <a:p>
            <a:pPr marL="171450" indent="-171450">
              <a:buFont typeface="Arial" panose="020B0604020202020204" pitchFamily="34" charset="0"/>
              <a:buChar char="•"/>
            </a:pPr>
            <a:r>
              <a:rPr lang="sr-Latn-RS" dirty="0">
                <a:solidFill>
                  <a:schemeClr val="accent6">
                    <a:lumMod val="90000"/>
                  </a:schemeClr>
                </a:solidFill>
              </a:rPr>
              <a:t>Osnovne  informacije  o  skupu podataka  i  pregled  fajlova</a:t>
            </a:r>
          </a:p>
        </p:txBody>
      </p:sp>
      <p:sp>
        <p:nvSpPr>
          <p:cNvPr id="12" name="Text Placeholder 11">
            <a:extLst>
              <a:ext uri="{FF2B5EF4-FFF2-40B4-BE49-F238E27FC236}">
                <a16:creationId xmlns:a16="http://schemas.microsoft.com/office/drawing/2014/main" id="{9B9220A8-F124-7A65-E119-AC65CC91023E}"/>
              </a:ext>
            </a:extLst>
          </p:cNvPr>
          <p:cNvSpPr>
            <a:spLocks noGrp="1"/>
          </p:cNvSpPr>
          <p:nvPr>
            <p:ph type="body" sz="quarter" idx="27"/>
          </p:nvPr>
        </p:nvSpPr>
        <p:spPr>
          <a:xfrm>
            <a:off x="5834015" y="4207764"/>
            <a:ext cx="2227344" cy="1645920"/>
          </a:xfrm>
        </p:spPr>
        <p:txBody>
          <a:bodyPr/>
          <a:lstStyle/>
          <a:p>
            <a:pPr marL="171450" indent="-171450">
              <a:buFont typeface="Arial" panose="020B0604020202020204" pitchFamily="34" charset="0"/>
              <a:buChar char="•"/>
            </a:pPr>
            <a:r>
              <a:rPr lang="sr-Latn-RS" dirty="0">
                <a:solidFill>
                  <a:schemeClr val="accent6">
                    <a:lumMod val="90000"/>
                  </a:schemeClr>
                </a:solidFill>
              </a:rPr>
              <a:t>Predlog  osnovne  logičke  sheme  podataka</a:t>
            </a:r>
            <a:endParaRPr lang="en-US" dirty="0">
              <a:solidFill>
                <a:schemeClr val="accent6">
                  <a:lumMod val="90000"/>
                </a:schemeClr>
              </a:solidFill>
            </a:endParaRPr>
          </a:p>
          <a:p>
            <a:pPr marL="171450" indent="-171450">
              <a:buFont typeface="Arial" panose="020B0604020202020204" pitchFamily="34" charset="0"/>
              <a:buChar char="•"/>
            </a:pPr>
            <a:r>
              <a:rPr lang="sr-Latn-RS" dirty="0">
                <a:solidFill>
                  <a:schemeClr val="accent6">
                    <a:lumMod val="90000"/>
                  </a:schemeClr>
                </a:solidFill>
              </a:rPr>
              <a:t>Primer  prostiranja  podataka  kroz datoteke</a:t>
            </a:r>
          </a:p>
        </p:txBody>
      </p:sp>
      <p:sp>
        <p:nvSpPr>
          <p:cNvPr id="133" name="Text Placeholder 132">
            <a:extLst>
              <a:ext uri="{FF2B5EF4-FFF2-40B4-BE49-F238E27FC236}">
                <a16:creationId xmlns:a16="http://schemas.microsoft.com/office/drawing/2014/main" id="{7642D3A8-5C4E-FC41-22B8-E5B06B4FF72C}"/>
              </a:ext>
            </a:extLst>
          </p:cNvPr>
          <p:cNvSpPr>
            <a:spLocks noGrp="1"/>
          </p:cNvSpPr>
          <p:nvPr>
            <p:ph type="body" sz="quarter" idx="28"/>
          </p:nvPr>
        </p:nvSpPr>
        <p:spPr>
          <a:xfrm>
            <a:off x="9326880" y="1738884"/>
            <a:ext cx="2227344" cy="1645920"/>
          </a:xfrm>
        </p:spPr>
        <p:txBody>
          <a:bodyPr/>
          <a:lstStyle/>
          <a:p>
            <a:pPr marL="171450" indent="-171450">
              <a:buFont typeface="Arial" panose="020B0604020202020204" pitchFamily="34" charset="0"/>
              <a:buChar char="•"/>
            </a:pPr>
            <a:r>
              <a:rPr lang="sr-Latn-RS" dirty="0">
                <a:solidFill>
                  <a:schemeClr val="accent6">
                    <a:lumMod val="90000"/>
                  </a:schemeClr>
                </a:solidFill>
              </a:rPr>
              <a:t>Semantika  kolona  fajla origination_data-2.csv</a:t>
            </a:r>
          </a:p>
          <a:p>
            <a:pPr marL="171450" indent="-171450">
              <a:buFont typeface="Arial" panose="020B0604020202020204" pitchFamily="34" charset="0"/>
              <a:buChar char="•"/>
            </a:pPr>
            <a:r>
              <a:rPr lang="sr-Latn-RS" dirty="0">
                <a:solidFill>
                  <a:schemeClr val="accent6">
                    <a:lumMod val="90000"/>
                  </a:schemeClr>
                </a:solidFill>
              </a:rPr>
              <a:t>Semantika  kolona  fajla </a:t>
            </a:r>
            <a:r>
              <a:rPr lang="en-US" dirty="0">
                <a:solidFill>
                  <a:schemeClr val="accent6">
                    <a:lumMod val="90000"/>
                  </a:schemeClr>
                </a:solidFill>
              </a:rPr>
              <a:t>monthly_performance-2.csv</a:t>
            </a:r>
          </a:p>
        </p:txBody>
      </p:sp>
      <p:sp>
        <p:nvSpPr>
          <p:cNvPr id="10" name="Text Placeholder 9">
            <a:extLst>
              <a:ext uri="{FF2B5EF4-FFF2-40B4-BE49-F238E27FC236}">
                <a16:creationId xmlns:a16="http://schemas.microsoft.com/office/drawing/2014/main" id="{F9D0D8A3-29BB-11A9-A461-E1AEF55627E0}"/>
              </a:ext>
            </a:extLst>
          </p:cNvPr>
          <p:cNvSpPr>
            <a:spLocks noGrp="1"/>
          </p:cNvSpPr>
          <p:nvPr>
            <p:ph type="body" sz="quarter" idx="25"/>
          </p:nvPr>
        </p:nvSpPr>
        <p:spPr>
          <a:xfrm>
            <a:off x="9326880" y="4207764"/>
            <a:ext cx="2227344" cy="1645920"/>
          </a:xfrm>
        </p:spPr>
        <p:txBody>
          <a:bodyPr/>
          <a:lstStyle/>
          <a:p>
            <a:pPr marL="171450" indent="-171450">
              <a:buFont typeface="Arial" panose="020B0604020202020204" pitchFamily="34" charset="0"/>
              <a:buChar char="•"/>
            </a:pPr>
            <a:r>
              <a:rPr lang="sr-Latn-RS" dirty="0">
                <a:solidFill>
                  <a:schemeClr val="accent6">
                    <a:lumMod val="90000"/>
                  </a:schemeClr>
                </a:solidFill>
              </a:rPr>
              <a:t>Pitanja  na  koja  bi  projekat trebalo  da  odgovori</a:t>
            </a:r>
            <a:endParaRPr lang="en-US" dirty="0">
              <a:solidFill>
                <a:schemeClr val="accent6">
                  <a:lumMod val="90000"/>
                </a:schemeClr>
              </a:solidFill>
            </a:endParaRPr>
          </a:p>
        </p:txBody>
      </p:sp>
      <p:sp>
        <p:nvSpPr>
          <p:cNvPr id="7" name="Footer Placeholder 6">
            <a:extLst>
              <a:ext uri="{FF2B5EF4-FFF2-40B4-BE49-F238E27FC236}">
                <a16:creationId xmlns:a16="http://schemas.microsoft.com/office/drawing/2014/main" id="{96A50566-A544-45FD-3EA5-98A56BFA4435}"/>
              </a:ext>
            </a:extLst>
          </p:cNvPr>
          <p:cNvSpPr>
            <a:spLocks noGrp="1"/>
          </p:cNvSpPr>
          <p:nvPr>
            <p:ph type="ftr" sz="quarter" idx="22"/>
          </p:nvPr>
        </p:nvSpPr>
        <p:spPr/>
        <p:txBody>
          <a:bodyPr/>
          <a:lstStyle/>
          <a:p>
            <a:r>
              <a:rPr lang="sr-Latn-RS" dirty="0">
                <a:solidFill>
                  <a:schemeClr val="accent6">
                    <a:lumMod val="50000"/>
                  </a:schemeClr>
                </a:solidFill>
              </a:rPr>
              <a:t>Analiza kreditnog protfolia</a:t>
            </a:r>
            <a:endParaRPr lang="en-US" dirty="0">
              <a:solidFill>
                <a:schemeClr val="accent6">
                  <a:lumMod val="50000"/>
                </a:schemeClr>
              </a:solidFill>
            </a:endParaRPr>
          </a:p>
        </p:txBody>
      </p:sp>
      <p:sp>
        <p:nvSpPr>
          <p:cNvPr id="8" name="Slide Number Placeholder 7">
            <a:extLst>
              <a:ext uri="{FF2B5EF4-FFF2-40B4-BE49-F238E27FC236}">
                <a16:creationId xmlns:a16="http://schemas.microsoft.com/office/drawing/2014/main" id="{FF15EB22-D187-64BD-D2F1-25063327CD68}"/>
              </a:ext>
            </a:extLst>
          </p:cNvPr>
          <p:cNvSpPr>
            <a:spLocks noGrp="1"/>
          </p:cNvSpPr>
          <p:nvPr>
            <p:ph type="sldNum" sz="quarter" idx="23"/>
          </p:nvPr>
        </p:nvSpPr>
        <p:spPr/>
        <p:txBody>
          <a:bodyPr/>
          <a:lstStyle/>
          <a:p>
            <a:fld id="{295C7AAE-A677-454A-8BDB-62A0650ACE98}" type="slidenum">
              <a:rPr lang="en-US" smtClean="0"/>
              <a:pPr/>
              <a:t>2</a:t>
            </a:fld>
            <a:endParaRPr lang="en-US" dirty="0"/>
          </a:p>
        </p:txBody>
      </p:sp>
      <p:sp>
        <p:nvSpPr>
          <p:cNvPr id="2" name="TextBox 1">
            <a:extLst>
              <a:ext uri="{FF2B5EF4-FFF2-40B4-BE49-F238E27FC236}">
                <a16:creationId xmlns:a16="http://schemas.microsoft.com/office/drawing/2014/main" id="{79C06D48-F4D6-DEC4-BAFE-73AE687E85D8}"/>
              </a:ext>
            </a:extLst>
          </p:cNvPr>
          <p:cNvSpPr txBox="1"/>
          <p:nvPr/>
        </p:nvSpPr>
        <p:spPr>
          <a:xfrm>
            <a:off x="5263079" y="1402901"/>
            <a:ext cx="2530714" cy="2597475"/>
          </a:xfrm>
          <a:prstGeom prst="rect">
            <a:avLst/>
          </a:prstGeom>
          <a:noFill/>
        </p:spPr>
        <p:txBody>
          <a:bodyPr vert="horz" wrap="none" lIns="0" tIns="0" rIns="0" bIns="0" rtlCol="0" anchor="t">
            <a:noAutofit/>
          </a:bodyPr>
          <a:lstStyle/>
          <a:p>
            <a:pPr algn="l"/>
            <a:r>
              <a:rPr lang="sr-Latn-RS" sz="7200" b="1" spc="500" dirty="0">
                <a:solidFill>
                  <a:schemeClr val="accent6">
                    <a:lumMod val="90000"/>
                    <a:alpha val="25000"/>
                  </a:schemeClr>
                </a:solidFill>
                <a:latin typeface="Felix Titling"/>
              </a:rPr>
              <a:t>1</a:t>
            </a:r>
            <a:endParaRPr lang="sr-Latn-RS" sz="3200" b="1" spc="500" dirty="0">
              <a:solidFill>
                <a:schemeClr val="accent6">
                  <a:lumMod val="90000"/>
                  <a:alpha val="25000"/>
                </a:schemeClr>
              </a:solidFill>
              <a:latin typeface="Felix Titling"/>
            </a:endParaRPr>
          </a:p>
        </p:txBody>
      </p:sp>
      <p:sp>
        <p:nvSpPr>
          <p:cNvPr id="15" name="TextBox 14">
            <a:extLst>
              <a:ext uri="{FF2B5EF4-FFF2-40B4-BE49-F238E27FC236}">
                <a16:creationId xmlns:a16="http://schemas.microsoft.com/office/drawing/2014/main" id="{71C025CE-2F9A-F186-2603-CC8022C00385}"/>
              </a:ext>
            </a:extLst>
          </p:cNvPr>
          <p:cNvSpPr txBox="1"/>
          <p:nvPr/>
        </p:nvSpPr>
        <p:spPr>
          <a:xfrm>
            <a:off x="8629078" y="1399032"/>
            <a:ext cx="2530714" cy="2597475"/>
          </a:xfrm>
          <a:prstGeom prst="rect">
            <a:avLst/>
          </a:prstGeom>
          <a:noFill/>
        </p:spPr>
        <p:txBody>
          <a:bodyPr vert="horz" wrap="none" lIns="0" tIns="0" rIns="0" bIns="0" rtlCol="0" anchor="t">
            <a:noAutofit/>
          </a:bodyPr>
          <a:lstStyle/>
          <a:p>
            <a:pPr algn="l"/>
            <a:r>
              <a:rPr lang="sr-Latn-RS" sz="7200" b="1" spc="500" dirty="0">
                <a:solidFill>
                  <a:schemeClr val="accent6">
                    <a:lumMod val="90000"/>
                    <a:alpha val="25000"/>
                  </a:schemeClr>
                </a:solidFill>
                <a:latin typeface="Felix Titling"/>
              </a:rPr>
              <a:t>2</a:t>
            </a:r>
            <a:endParaRPr lang="sr-Latn-RS" sz="3200" b="1" spc="500" dirty="0">
              <a:solidFill>
                <a:schemeClr val="accent6">
                  <a:lumMod val="90000"/>
                  <a:alpha val="25000"/>
                </a:schemeClr>
              </a:solidFill>
              <a:latin typeface="Felix Titling"/>
            </a:endParaRPr>
          </a:p>
        </p:txBody>
      </p:sp>
      <p:sp>
        <p:nvSpPr>
          <p:cNvPr id="17" name="TextBox 16">
            <a:extLst>
              <a:ext uri="{FF2B5EF4-FFF2-40B4-BE49-F238E27FC236}">
                <a16:creationId xmlns:a16="http://schemas.microsoft.com/office/drawing/2014/main" id="{DF160EA2-501E-1793-37F9-056858FBAC0A}"/>
              </a:ext>
            </a:extLst>
          </p:cNvPr>
          <p:cNvSpPr txBox="1"/>
          <p:nvPr/>
        </p:nvSpPr>
        <p:spPr>
          <a:xfrm>
            <a:off x="8629078" y="3814227"/>
            <a:ext cx="2530714" cy="2597475"/>
          </a:xfrm>
          <a:prstGeom prst="rect">
            <a:avLst/>
          </a:prstGeom>
          <a:noFill/>
        </p:spPr>
        <p:txBody>
          <a:bodyPr vert="horz" wrap="none" lIns="0" tIns="0" rIns="0" bIns="0" rtlCol="0" anchor="t">
            <a:noAutofit/>
          </a:bodyPr>
          <a:lstStyle/>
          <a:p>
            <a:pPr algn="l"/>
            <a:r>
              <a:rPr lang="sr-Latn-RS" sz="7200" b="1" spc="500" dirty="0">
                <a:solidFill>
                  <a:schemeClr val="accent6">
                    <a:lumMod val="90000"/>
                    <a:alpha val="25000"/>
                  </a:schemeClr>
                </a:solidFill>
                <a:latin typeface="Felix Titling"/>
              </a:rPr>
              <a:t>4</a:t>
            </a:r>
            <a:endParaRPr lang="sr-Latn-RS" sz="3200" b="1" spc="500" dirty="0">
              <a:solidFill>
                <a:schemeClr val="accent6">
                  <a:lumMod val="90000"/>
                  <a:alpha val="25000"/>
                </a:schemeClr>
              </a:solidFill>
              <a:latin typeface="Felix Titling"/>
            </a:endParaRPr>
          </a:p>
        </p:txBody>
      </p:sp>
      <p:sp>
        <p:nvSpPr>
          <p:cNvPr id="18" name="TextBox 17">
            <a:extLst>
              <a:ext uri="{FF2B5EF4-FFF2-40B4-BE49-F238E27FC236}">
                <a16:creationId xmlns:a16="http://schemas.microsoft.com/office/drawing/2014/main" id="{8030CFB3-7FC0-8D22-F300-E7E3EC3FCF97}"/>
              </a:ext>
            </a:extLst>
          </p:cNvPr>
          <p:cNvSpPr txBox="1"/>
          <p:nvPr/>
        </p:nvSpPr>
        <p:spPr>
          <a:xfrm>
            <a:off x="5181908" y="3814226"/>
            <a:ext cx="2530714" cy="2597475"/>
          </a:xfrm>
          <a:prstGeom prst="rect">
            <a:avLst/>
          </a:prstGeom>
          <a:noFill/>
        </p:spPr>
        <p:txBody>
          <a:bodyPr vert="horz" wrap="none" lIns="0" tIns="0" rIns="0" bIns="0" rtlCol="0" anchor="t">
            <a:noAutofit/>
          </a:bodyPr>
          <a:lstStyle/>
          <a:p>
            <a:pPr algn="l"/>
            <a:r>
              <a:rPr lang="sr-Latn-RS" sz="7200" b="1" spc="500" dirty="0">
                <a:solidFill>
                  <a:schemeClr val="accent6">
                    <a:lumMod val="90000"/>
                    <a:alpha val="25000"/>
                  </a:schemeClr>
                </a:solidFill>
                <a:latin typeface="Felix Titling"/>
              </a:rPr>
              <a:t>3</a:t>
            </a:r>
            <a:endParaRPr lang="sr-Latn-RS" sz="3200" b="1" spc="500" dirty="0">
              <a:solidFill>
                <a:schemeClr val="accent6">
                  <a:lumMod val="90000"/>
                  <a:alpha val="25000"/>
                </a:schemeClr>
              </a:solidFill>
              <a:latin typeface="Felix Titling"/>
            </a:endParaRPr>
          </a:p>
        </p:txBody>
      </p:sp>
    </p:spTree>
    <p:extLst>
      <p:ext uri="{BB962C8B-B14F-4D97-AF65-F5344CB8AC3E}">
        <p14:creationId xmlns:p14="http://schemas.microsoft.com/office/powerpoint/2010/main" val="3733665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9DC80A4-0BD4-2CAE-E003-436E8B635373}"/>
              </a:ext>
            </a:extLst>
          </p:cNvPr>
          <p:cNvSpPr txBox="1"/>
          <p:nvPr/>
        </p:nvSpPr>
        <p:spPr>
          <a:xfrm flipH="1">
            <a:off x="5342006" y="-159152"/>
            <a:ext cx="1507987" cy="7176303"/>
          </a:xfrm>
          <a:prstGeom prst="rect">
            <a:avLst/>
          </a:prstGeom>
          <a:noFill/>
        </p:spPr>
        <p:txBody>
          <a:bodyPr vert="horz" wrap="none" lIns="0" tIns="0" rIns="0" bIns="0" rtlCol="0" anchor="t">
            <a:noAutofit/>
          </a:bodyPr>
          <a:lstStyle/>
          <a:p>
            <a:pPr algn="l"/>
            <a:r>
              <a:rPr lang="sr-Latn-RS" sz="45000" spc="500" dirty="0">
                <a:solidFill>
                  <a:schemeClr val="accent6">
                    <a:alpha val="83000"/>
                  </a:schemeClr>
                </a:solidFill>
                <a:latin typeface="Felix Titling"/>
              </a:rPr>
              <a:t>1</a:t>
            </a:r>
          </a:p>
        </p:txBody>
      </p:sp>
      <p:sp>
        <p:nvSpPr>
          <p:cNvPr id="2" name="Title 1">
            <a:extLst>
              <a:ext uri="{FF2B5EF4-FFF2-40B4-BE49-F238E27FC236}">
                <a16:creationId xmlns:a16="http://schemas.microsoft.com/office/drawing/2014/main" id="{54047B8C-65D0-EA39-A5A8-A5EFE8FEB6F1}"/>
              </a:ext>
            </a:extLst>
          </p:cNvPr>
          <p:cNvSpPr>
            <a:spLocks noGrp="1"/>
          </p:cNvSpPr>
          <p:nvPr>
            <p:ph type="title"/>
          </p:nvPr>
        </p:nvSpPr>
        <p:spPr>
          <a:xfrm>
            <a:off x="838200" y="2003843"/>
            <a:ext cx="10515600" cy="2850312"/>
          </a:xfrm>
          <a:solidFill>
            <a:srgbClr val="404E27"/>
          </a:solidFill>
          <a:effectLst>
            <a:softEdge rad="342900"/>
          </a:effectLst>
        </p:spPr>
        <p:txBody>
          <a:bodyPr/>
          <a:lstStyle/>
          <a:p>
            <a:r>
              <a:rPr lang="en-US" sz="4800" dirty="0">
                <a:solidFill>
                  <a:schemeClr val="accent6">
                    <a:alpha val="25000"/>
                  </a:schemeClr>
                </a:solidFill>
              </a:rPr>
              <a:t>P</a:t>
            </a:r>
            <a:r>
              <a:rPr lang="sr-Latn-RS" sz="4800" dirty="0">
                <a:solidFill>
                  <a:schemeClr val="accent6">
                    <a:alpha val="25000"/>
                  </a:schemeClr>
                </a:solidFill>
              </a:rPr>
              <a:t>regled skupa podataka</a:t>
            </a:r>
            <a:br>
              <a:rPr lang="sr-Latn-RS" sz="4800" dirty="0">
                <a:solidFill>
                  <a:schemeClr val="accent6"/>
                </a:solidFill>
              </a:rPr>
            </a:br>
            <a:r>
              <a:rPr lang="en-US" sz="4800" dirty="0">
                <a:solidFill>
                  <a:schemeClr val="accent6"/>
                </a:solidFill>
              </a:rPr>
              <a:t>P</a:t>
            </a:r>
            <a:r>
              <a:rPr lang="sr-Latn-RS" sz="4800" dirty="0">
                <a:solidFill>
                  <a:schemeClr val="accent6"/>
                </a:solidFill>
              </a:rPr>
              <a:t>regled skupa podataka</a:t>
            </a:r>
            <a:br>
              <a:rPr lang="sr-Latn-RS" sz="4800" dirty="0">
                <a:solidFill>
                  <a:schemeClr val="accent6"/>
                </a:solidFill>
              </a:rPr>
            </a:br>
            <a:r>
              <a:rPr lang="en-US" sz="4800" dirty="0">
                <a:solidFill>
                  <a:schemeClr val="accent6">
                    <a:alpha val="25000"/>
                  </a:schemeClr>
                </a:solidFill>
              </a:rPr>
              <a:t>P</a:t>
            </a:r>
            <a:r>
              <a:rPr lang="sr-Latn-RS" sz="4800" dirty="0">
                <a:solidFill>
                  <a:schemeClr val="accent6">
                    <a:alpha val="25000"/>
                  </a:schemeClr>
                </a:solidFill>
              </a:rPr>
              <a:t>regled skupa podataka</a:t>
            </a:r>
            <a:endParaRPr lang="en-US" sz="4800" dirty="0">
              <a:solidFill>
                <a:schemeClr val="accent6">
                  <a:alpha val="25000"/>
                </a:schemeClr>
              </a:solidFill>
            </a:endParaRPr>
          </a:p>
        </p:txBody>
      </p:sp>
    </p:spTree>
    <p:extLst>
      <p:ext uri="{BB962C8B-B14F-4D97-AF65-F5344CB8AC3E}">
        <p14:creationId xmlns:p14="http://schemas.microsoft.com/office/powerpoint/2010/main" val="3774853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9A004-BF6D-FE16-E2E8-44F687F19D31}"/>
              </a:ext>
            </a:extLst>
          </p:cNvPr>
          <p:cNvSpPr>
            <a:spLocks noGrp="1"/>
          </p:cNvSpPr>
          <p:nvPr>
            <p:ph type="title"/>
          </p:nvPr>
        </p:nvSpPr>
        <p:spPr>
          <a:xfrm>
            <a:off x="859558" y="425777"/>
            <a:ext cx="10472885" cy="627520"/>
          </a:xfrm>
        </p:spPr>
        <p:txBody>
          <a:bodyPr/>
          <a:lstStyle/>
          <a:p>
            <a:pPr algn="ctr"/>
            <a:r>
              <a:rPr lang="sr-Latn-RS" sz="4500" dirty="0">
                <a:solidFill>
                  <a:schemeClr val="accent6">
                    <a:lumMod val="90000"/>
                  </a:schemeClr>
                </a:solidFill>
              </a:rPr>
              <a:t>OSNOVNA TERMINOLOGIJA</a:t>
            </a:r>
            <a:endParaRPr lang="en-US" sz="4500" dirty="0">
              <a:solidFill>
                <a:schemeClr val="accent6">
                  <a:lumMod val="90000"/>
                </a:schemeClr>
              </a:solidFill>
            </a:endParaRPr>
          </a:p>
        </p:txBody>
      </p:sp>
      <p:sp>
        <p:nvSpPr>
          <p:cNvPr id="3" name="Text Placeholder 2">
            <a:extLst>
              <a:ext uri="{FF2B5EF4-FFF2-40B4-BE49-F238E27FC236}">
                <a16:creationId xmlns:a16="http://schemas.microsoft.com/office/drawing/2014/main" id="{660B75ED-1B8A-5924-D271-182345C9308D}"/>
              </a:ext>
            </a:extLst>
          </p:cNvPr>
          <p:cNvSpPr>
            <a:spLocks noGrp="1"/>
          </p:cNvSpPr>
          <p:nvPr>
            <p:ph type="body" sz="quarter" idx="18"/>
          </p:nvPr>
        </p:nvSpPr>
        <p:spPr>
          <a:xfrm>
            <a:off x="4387848" y="1541692"/>
            <a:ext cx="3416304" cy="428268"/>
          </a:xfrm>
        </p:spPr>
        <p:txBody>
          <a:bodyPr/>
          <a:lstStyle/>
          <a:p>
            <a:r>
              <a:rPr lang="en-US" dirty="0">
                <a:solidFill>
                  <a:schemeClr val="accent6">
                    <a:lumMod val="90000"/>
                  </a:schemeClr>
                </a:solidFill>
              </a:rPr>
              <a:t>KREDITNA SPOSOBNOST</a:t>
            </a:r>
          </a:p>
        </p:txBody>
      </p:sp>
      <p:sp>
        <p:nvSpPr>
          <p:cNvPr id="48" name="Text Placeholder 47">
            <a:extLst>
              <a:ext uri="{FF2B5EF4-FFF2-40B4-BE49-F238E27FC236}">
                <a16:creationId xmlns:a16="http://schemas.microsoft.com/office/drawing/2014/main" id="{07FA7B70-3F27-52AF-2FA2-DAD8E1351B68}"/>
              </a:ext>
            </a:extLst>
          </p:cNvPr>
          <p:cNvSpPr>
            <a:spLocks noGrp="1"/>
          </p:cNvSpPr>
          <p:nvPr>
            <p:ph type="body" sz="quarter" idx="26"/>
          </p:nvPr>
        </p:nvSpPr>
        <p:spPr>
          <a:xfrm>
            <a:off x="8358335" y="1541692"/>
            <a:ext cx="3416299" cy="428268"/>
          </a:xfrm>
        </p:spPr>
        <p:txBody>
          <a:bodyPr/>
          <a:lstStyle/>
          <a:p>
            <a:r>
              <a:rPr lang="en-US" dirty="0">
                <a:solidFill>
                  <a:schemeClr val="accent6">
                    <a:lumMod val="90000"/>
                  </a:schemeClr>
                </a:solidFill>
              </a:rPr>
              <a:t>KREDITNI RIZIK</a:t>
            </a:r>
            <a:endParaRPr lang="sr-Latn-RS" dirty="0">
              <a:solidFill>
                <a:schemeClr val="accent6">
                  <a:lumMod val="90000"/>
                </a:schemeClr>
              </a:solidFill>
            </a:endParaRPr>
          </a:p>
        </p:txBody>
      </p:sp>
      <p:sp>
        <p:nvSpPr>
          <p:cNvPr id="47" name="Text Placeholder 46">
            <a:extLst>
              <a:ext uri="{FF2B5EF4-FFF2-40B4-BE49-F238E27FC236}">
                <a16:creationId xmlns:a16="http://schemas.microsoft.com/office/drawing/2014/main" id="{F23307B7-75D4-0A1C-8C79-0B091D4F415C}"/>
              </a:ext>
            </a:extLst>
          </p:cNvPr>
          <p:cNvSpPr>
            <a:spLocks noGrp="1"/>
          </p:cNvSpPr>
          <p:nvPr>
            <p:ph type="body" sz="quarter" idx="25"/>
          </p:nvPr>
        </p:nvSpPr>
        <p:spPr>
          <a:xfrm>
            <a:off x="4387848" y="2071238"/>
            <a:ext cx="3416304" cy="2466764"/>
          </a:xfrm>
        </p:spPr>
        <p:txBody>
          <a:bodyPr/>
          <a:lstStyle/>
          <a:p>
            <a:pPr algn="just"/>
            <a:r>
              <a:rPr lang="en-US" sz="1300" spc="0" dirty="0">
                <a:solidFill>
                  <a:schemeClr val="accent6">
                    <a:lumMod val="90000"/>
                  </a:schemeClr>
                </a:solidFill>
              </a:rPr>
              <a:t>U </a:t>
            </a:r>
            <a:r>
              <a:rPr lang="en-US" sz="1300" spc="0" dirty="0" err="1">
                <a:solidFill>
                  <a:schemeClr val="accent6">
                    <a:lumMod val="90000"/>
                  </a:schemeClr>
                </a:solidFill>
              </a:rPr>
              <a:t>bankarstvu</a:t>
            </a:r>
            <a:r>
              <a:rPr lang="en-US" sz="1300" spc="0" dirty="0">
                <a:solidFill>
                  <a:schemeClr val="accent6">
                    <a:lumMod val="90000"/>
                  </a:schemeClr>
                </a:solidFill>
              </a:rPr>
              <a:t>, </a:t>
            </a:r>
            <a:r>
              <a:rPr lang="en-US" sz="1300" spc="0" dirty="0" err="1">
                <a:solidFill>
                  <a:schemeClr val="accent6">
                    <a:lumMod val="90000"/>
                  </a:schemeClr>
                </a:solidFill>
              </a:rPr>
              <a:t>pojam</a:t>
            </a:r>
            <a:r>
              <a:rPr lang="en-US" sz="1300" spc="0" dirty="0">
                <a:solidFill>
                  <a:schemeClr val="accent6">
                    <a:lumMod val="90000"/>
                  </a:schemeClr>
                </a:solidFill>
              </a:rPr>
              <a:t> </a:t>
            </a:r>
            <a:r>
              <a:rPr lang="en-US" sz="1300" spc="0" dirty="0" err="1">
                <a:solidFill>
                  <a:schemeClr val="accent6">
                    <a:lumMod val="90000"/>
                  </a:schemeClr>
                </a:solidFill>
              </a:rPr>
              <a:t>kreditne</a:t>
            </a:r>
            <a:r>
              <a:rPr lang="en-US" sz="1300" spc="0" dirty="0">
                <a:solidFill>
                  <a:schemeClr val="accent6">
                    <a:lumMod val="90000"/>
                  </a:schemeClr>
                </a:solidFill>
              </a:rPr>
              <a:t> </a:t>
            </a:r>
            <a:r>
              <a:rPr lang="en-US" sz="1300" spc="0" dirty="0" err="1">
                <a:solidFill>
                  <a:schemeClr val="accent6">
                    <a:lumMod val="90000"/>
                  </a:schemeClr>
                </a:solidFill>
              </a:rPr>
              <a:t>sposobnosti</a:t>
            </a:r>
            <a:r>
              <a:rPr lang="en-US" sz="1300" spc="0" dirty="0">
                <a:solidFill>
                  <a:schemeClr val="accent6">
                    <a:lumMod val="90000"/>
                  </a:schemeClr>
                </a:solidFill>
              </a:rPr>
              <a:t> </a:t>
            </a:r>
            <a:r>
              <a:rPr lang="en-US" sz="1300" spc="0" dirty="0" err="1">
                <a:solidFill>
                  <a:schemeClr val="accent6">
                    <a:lumMod val="90000"/>
                  </a:schemeClr>
                </a:solidFill>
              </a:rPr>
              <a:t>predstavlja</a:t>
            </a:r>
            <a:r>
              <a:rPr lang="en-US" sz="1300" spc="0" dirty="0">
                <a:solidFill>
                  <a:schemeClr val="accent6">
                    <a:lumMod val="90000"/>
                  </a:schemeClr>
                </a:solidFill>
              </a:rPr>
              <a:t> </a:t>
            </a:r>
            <a:r>
              <a:rPr lang="en-US" sz="1300" spc="0" dirty="0" err="1">
                <a:solidFill>
                  <a:schemeClr val="accent6">
                    <a:lumMod val="90000"/>
                  </a:schemeClr>
                </a:solidFill>
              </a:rPr>
              <a:t>sposobnost</a:t>
            </a:r>
            <a:r>
              <a:rPr lang="en-US" sz="1300" spc="0" dirty="0">
                <a:solidFill>
                  <a:schemeClr val="accent6">
                    <a:lumMod val="90000"/>
                  </a:schemeClr>
                </a:solidFill>
              </a:rPr>
              <a:t> </a:t>
            </a:r>
            <a:r>
              <a:rPr lang="en-US" sz="1300" spc="0" dirty="0" err="1">
                <a:solidFill>
                  <a:schemeClr val="accent6">
                    <a:lumMod val="90000"/>
                  </a:schemeClr>
                </a:solidFill>
              </a:rPr>
              <a:t>pojedinca</a:t>
            </a:r>
            <a:r>
              <a:rPr lang="en-US" sz="1300" spc="0" dirty="0">
                <a:solidFill>
                  <a:schemeClr val="accent6">
                    <a:lumMod val="90000"/>
                  </a:schemeClr>
                </a:solidFill>
              </a:rPr>
              <a:t> da </a:t>
            </a:r>
            <a:r>
              <a:rPr lang="en-US" sz="1300" spc="0" dirty="0" err="1">
                <a:solidFill>
                  <a:schemeClr val="accent6">
                    <a:lumMod val="90000"/>
                  </a:schemeClr>
                </a:solidFill>
              </a:rPr>
              <a:t>otpla</a:t>
            </a:r>
            <a:r>
              <a:rPr lang="sr-Latn-RS" sz="1300" spc="0" dirty="0">
                <a:solidFill>
                  <a:schemeClr val="accent6">
                    <a:lumMod val="90000"/>
                  </a:schemeClr>
                </a:solidFill>
              </a:rPr>
              <a:t>ćuje kreditne obaveze i služi za procenu vrednosti koju je pojedinac u stanju pozajmiti, a potom i uredno vratiti.</a:t>
            </a:r>
          </a:p>
          <a:p>
            <a:pPr algn="just"/>
            <a:r>
              <a:rPr lang="sr-Latn-RS" sz="1300" spc="0" dirty="0">
                <a:solidFill>
                  <a:schemeClr val="accent6">
                    <a:lumMod val="90000"/>
                  </a:schemeClr>
                </a:solidFill>
              </a:rPr>
              <a:t>Kreditna sposobnost se računa na osnovu</a:t>
            </a:r>
            <a:r>
              <a:rPr lang="en-US" sz="1300" spc="0" dirty="0">
                <a:solidFill>
                  <a:schemeClr val="accent6">
                    <a:lumMod val="90000"/>
                  </a:schemeClr>
                </a:solidFill>
              </a:rPr>
              <a:t> </a:t>
            </a:r>
            <a:r>
              <a:rPr lang="en-US" sz="1300" b="1" spc="0" dirty="0" err="1">
                <a:solidFill>
                  <a:schemeClr val="accent6">
                    <a:lumMod val="90000"/>
                  </a:schemeClr>
                </a:solidFill>
              </a:rPr>
              <a:t>redovnosti</a:t>
            </a:r>
            <a:r>
              <a:rPr lang="en-US" sz="1300" b="1" spc="0" dirty="0">
                <a:solidFill>
                  <a:schemeClr val="accent6">
                    <a:lumMod val="90000"/>
                  </a:schemeClr>
                </a:solidFill>
              </a:rPr>
              <a:t> </a:t>
            </a:r>
            <a:r>
              <a:rPr lang="en-US" sz="1300" b="1" spc="0" dirty="0" err="1">
                <a:solidFill>
                  <a:schemeClr val="accent6">
                    <a:lumMod val="90000"/>
                  </a:schemeClr>
                </a:solidFill>
              </a:rPr>
              <a:t>prihoda</a:t>
            </a:r>
            <a:r>
              <a:rPr lang="en-US" sz="1300" b="1" spc="0" dirty="0">
                <a:solidFill>
                  <a:schemeClr val="accent6">
                    <a:lumMod val="90000"/>
                  </a:schemeClr>
                </a:solidFill>
              </a:rPr>
              <a:t>, </a:t>
            </a:r>
            <a:r>
              <a:rPr lang="en-US" sz="1300" b="1" spc="0" dirty="0" err="1">
                <a:solidFill>
                  <a:schemeClr val="accent6">
                    <a:lumMod val="90000"/>
                  </a:schemeClr>
                </a:solidFill>
              </a:rPr>
              <a:t>statusa</a:t>
            </a:r>
            <a:r>
              <a:rPr lang="en-US" sz="1300" b="1" spc="0" dirty="0">
                <a:solidFill>
                  <a:schemeClr val="accent6">
                    <a:lumMod val="90000"/>
                  </a:schemeClr>
                </a:solidFill>
              </a:rPr>
              <a:t> </a:t>
            </a:r>
            <a:r>
              <a:rPr lang="en-US" sz="1300" b="1" spc="0" dirty="0" err="1">
                <a:solidFill>
                  <a:schemeClr val="accent6">
                    <a:lumMod val="90000"/>
                  </a:schemeClr>
                </a:solidFill>
              </a:rPr>
              <a:t>zaposlenja</a:t>
            </a:r>
            <a:r>
              <a:rPr lang="en-US" sz="1300" b="1" spc="0" dirty="0">
                <a:solidFill>
                  <a:schemeClr val="accent6">
                    <a:lumMod val="90000"/>
                  </a:schemeClr>
                </a:solidFill>
              </a:rPr>
              <a:t>, </a:t>
            </a:r>
            <a:r>
              <a:rPr lang="en-US" sz="1300" b="1" spc="0" dirty="0" err="1">
                <a:solidFill>
                  <a:schemeClr val="accent6">
                    <a:lumMod val="90000"/>
                  </a:schemeClr>
                </a:solidFill>
              </a:rPr>
              <a:t>poslodavca</a:t>
            </a:r>
            <a:r>
              <a:rPr lang="en-US" sz="1300" b="1" spc="0" dirty="0">
                <a:solidFill>
                  <a:schemeClr val="accent6">
                    <a:lumMod val="90000"/>
                  </a:schemeClr>
                </a:solidFill>
              </a:rPr>
              <a:t>, </a:t>
            </a:r>
            <a:r>
              <a:rPr lang="en-US" sz="1300" b="1" spc="0" dirty="0" err="1">
                <a:solidFill>
                  <a:schemeClr val="accent6">
                    <a:lumMod val="90000"/>
                  </a:schemeClr>
                </a:solidFill>
              </a:rPr>
              <a:t>na</a:t>
            </a:r>
            <a:r>
              <a:rPr lang="sr-Latn-RS" sz="1300" b="1" spc="0" dirty="0">
                <a:solidFill>
                  <a:schemeClr val="accent6">
                    <a:lumMod val="90000"/>
                  </a:schemeClr>
                </a:solidFill>
              </a:rPr>
              <a:t>čina oporezivanja, postojećih obaveza i kreditne istorije </a:t>
            </a:r>
            <a:r>
              <a:rPr lang="sr-Latn-RS" sz="1300" spc="0" dirty="0">
                <a:solidFill>
                  <a:schemeClr val="accent6">
                    <a:lumMod val="90000"/>
                  </a:schemeClr>
                </a:solidFill>
              </a:rPr>
              <a:t>korisnika</a:t>
            </a:r>
            <a:r>
              <a:rPr lang="sr-Latn-RS" sz="1300" b="1" spc="0" dirty="0">
                <a:solidFill>
                  <a:schemeClr val="accent6">
                    <a:lumMod val="90000"/>
                  </a:schemeClr>
                </a:solidFill>
              </a:rPr>
              <a:t>.</a:t>
            </a:r>
            <a:r>
              <a:rPr lang="en-US" sz="1300" b="1" spc="0" dirty="0">
                <a:solidFill>
                  <a:schemeClr val="accent6">
                    <a:lumMod val="90000"/>
                  </a:schemeClr>
                </a:solidFill>
              </a:rPr>
              <a:t> </a:t>
            </a:r>
            <a:endParaRPr lang="sr-Latn-RS" sz="1300" b="1" spc="0" dirty="0">
              <a:solidFill>
                <a:schemeClr val="accent6">
                  <a:lumMod val="90000"/>
                </a:schemeClr>
              </a:solidFill>
            </a:endParaRPr>
          </a:p>
          <a:p>
            <a:pPr algn="just"/>
            <a:r>
              <a:rPr lang="sr-Latn-RS" sz="1300" spc="0" dirty="0">
                <a:solidFill>
                  <a:schemeClr val="accent6">
                    <a:lumMod val="90000"/>
                  </a:schemeClr>
                </a:solidFill>
              </a:rPr>
              <a:t>Za korisnika koji je, u nekom trenutku </a:t>
            </a:r>
            <a:r>
              <a:rPr lang="sr-Latn-RS" sz="1300" b="1" i="1" spc="0" dirty="0">
                <a:solidFill>
                  <a:schemeClr val="accent6">
                    <a:lumMod val="90000"/>
                  </a:schemeClr>
                </a:solidFill>
              </a:rPr>
              <a:t>po </a:t>
            </a:r>
            <a:r>
              <a:rPr lang="sr-Latn-RS" sz="1300" spc="0" dirty="0">
                <a:solidFill>
                  <a:schemeClr val="accent6">
                    <a:lumMod val="90000"/>
                  </a:schemeClr>
                </a:solidFill>
              </a:rPr>
              <a:t>uzimanju kredita došao u situaciju da isti više ne može vratiti obaveye prema zajmodavcu kaže se da je </a:t>
            </a:r>
            <a:r>
              <a:rPr lang="sr-Latn-RS" sz="1300" b="1" spc="0" dirty="0">
                <a:solidFill>
                  <a:schemeClr val="accent6">
                    <a:lumMod val="90000"/>
                  </a:schemeClr>
                </a:solidFill>
              </a:rPr>
              <a:t>likvidiran (eng. </a:t>
            </a:r>
            <a:r>
              <a:rPr lang="sr-Latn-RS" sz="1300" b="1" i="1" spc="0" dirty="0">
                <a:solidFill>
                  <a:schemeClr val="accent6">
                    <a:lumMod val="90000"/>
                  </a:schemeClr>
                </a:solidFill>
              </a:rPr>
              <a:t>default</a:t>
            </a:r>
            <a:r>
              <a:rPr lang="sr-Latn-RS" sz="1300" b="1" spc="0" dirty="0">
                <a:solidFill>
                  <a:schemeClr val="accent6">
                    <a:lumMod val="90000"/>
                  </a:schemeClr>
                </a:solidFill>
              </a:rPr>
              <a:t>)</a:t>
            </a:r>
            <a:r>
              <a:rPr lang="sr-Latn-RS" sz="1300" spc="0" dirty="0">
                <a:solidFill>
                  <a:schemeClr val="accent6">
                    <a:lumMod val="90000"/>
                  </a:schemeClr>
                </a:solidFill>
              </a:rPr>
              <a:t>.</a:t>
            </a:r>
            <a:endParaRPr lang="sr-Latn-RS" sz="1300" i="1" spc="0" dirty="0">
              <a:solidFill>
                <a:schemeClr val="accent6">
                  <a:lumMod val="90000"/>
                </a:schemeClr>
              </a:solidFill>
            </a:endParaRPr>
          </a:p>
        </p:txBody>
      </p:sp>
      <p:sp>
        <p:nvSpPr>
          <p:cNvPr id="49" name="Text Placeholder 48">
            <a:extLst>
              <a:ext uri="{FF2B5EF4-FFF2-40B4-BE49-F238E27FC236}">
                <a16:creationId xmlns:a16="http://schemas.microsoft.com/office/drawing/2014/main" id="{BF9E6F2B-FF85-AF5A-14A5-725DF399D014}"/>
              </a:ext>
            </a:extLst>
          </p:cNvPr>
          <p:cNvSpPr>
            <a:spLocks noGrp="1"/>
          </p:cNvSpPr>
          <p:nvPr>
            <p:ph type="body" sz="quarter" idx="27"/>
          </p:nvPr>
        </p:nvSpPr>
        <p:spPr>
          <a:xfrm>
            <a:off x="8358330" y="2071238"/>
            <a:ext cx="3416304" cy="2466764"/>
          </a:xfrm>
        </p:spPr>
        <p:txBody>
          <a:bodyPr/>
          <a:lstStyle/>
          <a:p>
            <a:pPr algn="just"/>
            <a:r>
              <a:rPr lang="sr-Latn-RS" sz="1300" spc="0" dirty="0">
                <a:solidFill>
                  <a:schemeClr val="accent6">
                    <a:lumMod val="90000"/>
                  </a:schemeClr>
                </a:solidFill>
              </a:rPr>
              <a:t>U bankarstvu, kreditni rizik definiše stopu  rizika koju klijent nosi sa sobom prilikom uzimanja kredita. </a:t>
            </a:r>
          </a:p>
          <a:p>
            <a:pPr algn="just"/>
            <a:r>
              <a:rPr lang="sr-Latn-RS" sz="1300" spc="0" dirty="0">
                <a:solidFill>
                  <a:schemeClr val="accent6">
                    <a:lumMod val="90000"/>
                  </a:schemeClr>
                </a:solidFill>
              </a:rPr>
              <a:t>Kreditni rizik diktira količinu rezervi koju je banka obavezana da odvoji prilikom izdavanja kredita.</a:t>
            </a:r>
          </a:p>
          <a:p>
            <a:pPr algn="just"/>
            <a:r>
              <a:rPr lang="sr-Latn-RS" sz="1300" spc="0" dirty="0">
                <a:solidFill>
                  <a:schemeClr val="accent6">
                    <a:lumMod val="90000"/>
                  </a:schemeClr>
                </a:solidFill>
              </a:rPr>
              <a:t>Klasifikacija  korisnika na osnovu rizika koji nose vrši se na osnovu finansijskih izveštaja korisnika, pre svega </a:t>
            </a:r>
            <a:r>
              <a:rPr lang="sr-Latn-RS" sz="1300" b="1" spc="0" dirty="0">
                <a:solidFill>
                  <a:schemeClr val="accent6">
                    <a:lumMod val="90000"/>
                  </a:schemeClr>
                </a:solidFill>
              </a:rPr>
              <a:t>novčanih tokova</a:t>
            </a:r>
            <a:r>
              <a:rPr lang="sr-Latn-RS" sz="1300" spc="0" dirty="0">
                <a:solidFill>
                  <a:schemeClr val="accent6">
                    <a:lumMod val="90000"/>
                  </a:schemeClr>
                </a:solidFill>
              </a:rPr>
              <a:t>, i </a:t>
            </a:r>
            <a:r>
              <a:rPr lang="sr-Latn-RS" sz="1300" b="1" spc="0" dirty="0">
                <a:solidFill>
                  <a:schemeClr val="accent6">
                    <a:lumMod val="90000"/>
                  </a:schemeClr>
                </a:solidFill>
              </a:rPr>
              <a:t>redovnosti izmirenja dosadašnjih obaveza</a:t>
            </a:r>
            <a:r>
              <a:rPr lang="sr-Latn-RS" sz="1300" spc="0" dirty="0">
                <a:solidFill>
                  <a:schemeClr val="accent6">
                    <a:lumMod val="90000"/>
                  </a:schemeClr>
                </a:solidFill>
              </a:rPr>
              <a:t>. </a:t>
            </a:r>
          </a:p>
          <a:p>
            <a:pPr algn="just"/>
            <a:endParaRPr lang="sr-Latn-RS" sz="1300" spc="0" dirty="0">
              <a:solidFill>
                <a:schemeClr val="accent6">
                  <a:lumMod val="90000"/>
                </a:schemeClr>
              </a:solidFill>
            </a:endParaRPr>
          </a:p>
        </p:txBody>
      </p:sp>
      <p:sp>
        <p:nvSpPr>
          <p:cNvPr id="4" name="Footer Placeholder 3">
            <a:extLst>
              <a:ext uri="{FF2B5EF4-FFF2-40B4-BE49-F238E27FC236}">
                <a16:creationId xmlns:a16="http://schemas.microsoft.com/office/drawing/2014/main" id="{4EAD136D-505E-4253-3F50-0C565558269D}"/>
              </a:ext>
            </a:extLst>
          </p:cNvPr>
          <p:cNvSpPr>
            <a:spLocks noGrp="1"/>
          </p:cNvSpPr>
          <p:nvPr>
            <p:ph type="ftr" sz="quarter" idx="22"/>
          </p:nvPr>
        </p:nvSpPr>
        <p:spPr/>
        <p:txBody>
          <a:bodyPr/>
          <a:lstStyle/>
          <a:p>
            <a:r>
              <a:rPr lang="en-US" dirty="0">
                <a:solidFill>
                  <a:schemeClr val="accent6">
                    <a:lumMod val="90000"/>
                  </a:schemeClr>
                </a:solidFill>
              </a:rPr>
              <a:t>Analiza </a:t>
            </a:r>
            <a:r>
              <a:rPr lang="en-US" dirty="0" err="1">
                <a:solidFill>
                  <a:schemeClr val="accent6">
                    <a:lumMod val="90000"/>
                  </a:schemeClr>
                </a:solidFill>
              </a:rPr>
              <a:t>kreditnog</a:t>
            </a:r>
            <a:r>
              <a:rPr lang="en-US" dirty="0">
                <a:solidFill>
                  <a:schemeClr val="accent6">
                    <a:lumMod val="90000"/>
                  </a:schemeClr>
                </a:solidFill>
              </a:rPr>
              <a:t> </a:t>
            </a:r>
            <a:r>
              <a:rPr lang="en-US" dirty="0" err="1">
                <a:solidFill>
                  <a:schemeClr val="accent6">
                    <a:lumMod val="90000"/>
                  </a:schemeClr>
                </a:solidFill>
              </a:rPr>
              <a:t>portfolia</a:t>
            </a:r>
            <a:endParaRPr lang="en-US" dirty="0">
              <a:solidFill>
                <a:schemeClr val="accent6">
                  <a:lumMod val="90000"/>
                </a:schemeClr>
              </a:solidFill>
            </a:endParaRPr>
          </a:p>
        </p:txBody>
      </p:sp>
      <p:sp>
        <p:nvSpPr>
          <p:cNvPr id="5" name="Slide Number Placeholder 4">
            <a:extLst>
              <a:ext uri="{FF2B5EF4-FFF2-40B4-BE49-F238E27FC236}">
                <a16:creationId xmlns:a16="http://schemas.microsoft.com/office/drawing/2014/main" id="{3B1743C7-C079-31F6-50CF-CAF5C83A5964}"/>
              </a:ext>
            </a:extLst>
          </p:cNvPr>
          <p:cNvSpPr>
            <a:spLocks noGrp="1"/>
          </p:cNvSpPr>
          <p:nvPr>
            <p:ph type="sldNum" sz="quarter" idx="23"/>
          </p:nvPr>
        </p:nvSpPr>
        <p:spPr>
          <a:xfrm>
            <a:off x="4305782" y="6138766"/>
            <a:ext cx="7247754" cy="582710"/>
          </a:xfrm>
        </p:spPr>
        <p:txBody>
          <a:bodyPr/>
          <a:lstStyle/>
          <a:p>
            <a:fld id="{295C7AAE-A677-454A-8BDB-62A0650ACE98}" type="slidenum">
              <a:rPr lang="en-US" smtClean="0">
                <a:solidFill>
                  <a:schemeClr val="accent6">
                    <a:lumMod val="90000"/>
                  </a:schemeClr>
                </a:solidFill>
              </a:rPr>
              <a:pPr/>
              <a:t>4</a:t>
            </a:fld>
            <a:endParaRPr lang="en-US" dirty="0">
              <a:solidFill>
                <a:schemeClr val="accent6">
                  <a:lumMod val="90000"/>
                </a:schemeClr>
              </a:solidFill>
            </a:endParaRPr>
          </a:p>
        </p:txBody>
      </p:sp>
      <p:sp>
        <p:nvSpPr>
          <p:cNvPr id="51" name="Text Placeholder 2">
            <a:extLst>
              <a:ext uri="{FF2B5EF4-FFF2-40B4-BE49-F238E27FC236}">
                <a16:creationId xmlns:a16="http://schemas.microsoft.com/office/drawing/2014/main" id="{FD84C252-D809-4F0D-C4C7-10FF7CB0DCE5}"/>
              </a:ext>
            </a:extLst>
          </p:cNvPr>
          <p:cNvSpPr txBox="1">
            <a:spLocks/>
          </p:cNvSpPr>
          <p:nvPr/>
        </p:nvSpPr>
        <p:spPr>
          <a:xfrm>
            <a:off x="417354" y="1541692"/>
            <a:ext cx="3416304" cy="428268"/>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1" i="0" kern="1200" spc="50" baseline="0">
                <a:solidFill>
                  <a:srgbClr val="C16548"/>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spc="5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spc="5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Book" panose="0200050302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accent6">
                    <a:lumMod val="90000"/>
                  </a:schemeClr>
                </a:solidFill>
              </a:rPr>
              <a:t>KREDITN</a:t>
            </a:r>
            <a:r>
              <a:rPr lang="sr-Latn-RS" dirty="0">
                <a:solidFill>
                  <a:schemeClr val="accent6">
                    <a:lumMod val="90000"/>
                  </a:schemeClr>
                </a:solidFill>
              </a:rPr>
              <a:t>I PORTFOLIO BANKE</a:t>
            </a:r>
            <a:endParaRPr lang="en-US" dirty="0">
              <a:solidFill>
                <a:schemeClr val="accent6">
                  <a:lumMod val="90000"/>
                </a:schemeClr>
              </a:solidFill>
            </a:endParaRPr>
          </a:p>
        </p:txBody>
      </p:sp>
      <p:sp>
        <p:nvSpPr>
          <p:cNvPr id="52" name="Text Placeholder 46">
            <a:extLst>
              <a:ext uri="{FF2B5EF4-FFF2-40B4-BE49-F238E27FC236}">
                <a16:creationId xmlns:a16="http://schemas.microsoft.com/office/drawing/2014/main" id="{2C547B81-408B-8A87-B1A3-7B86874BB622}"/>
              </a:ext>
            </a:extLst>
          </p:cNvPr>
          <p:cNvSpPr txBox="1">
            <a:spLocks/>
          </p:cNvSpPr>
          <p:nvPr/>
        </p:nvSpPr>
        <p:spPr>
          <a:xfrm>
            <a:off x="417354" y="2071237"/>
            <a:ext cx="3416304" cy="3217399"/>
          </a:xfrm>
          <a:prstGeom prst="rect">
            <a:avLst/>
          </a:prstGeom>
        </p:spPr>
        <p:txBody>
          <a:bodyPr vert="horz" lIns="0" tIns="0" rIns="0" bIns="0" rtlCol="0">
            <a:noAutofit/>
          </a:bodyPr>
          <a:lstStyle>
            <a:lvl1pPr marL="171450" indent="-171450" algn="l" defTabSz="914400" rtl="0" eaLnBrk="1" latinLnBrk="0" hangingPunct="1">
              <a:lnSpc>
                <a:spcPct val="150000"/>
              </a:lnSpc>
              <a:spcBef>
                <a:spcPts val="1000"/>
              </a:spcBef>
              <a:buFont typeface="Arial" panose="020B0604020202020204" pitchFamily="34" charset="0"/>
              <a:buChar char="•"/>
              <a:defRPr sz="1200" b="0" i="0" kern="1200" spc="50" baseline="0">
                <a:solidFill>
                  <a:srgbClr val="C16548"/>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spc="5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spc="5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Book" panose="0200050302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sr-Latn-RS" sz="1300" spc="0" dirty="0">
                <a:solidFill>
                  <a:schemeClr val="accent6">
                    <a:lumMod val="90000"/>
                  </a:schemeClr>
                </a:solidFill>
              </a:rPr>
              <a:t>Kreditni portfolio predstavlja skup svih bankarskih derivata koji je finansijski posrednik (u ovom slučaju banka) odobrio svojim korisnicima.</a:t>
            </a:r>
          </a:p>
          <a:p>
            <a:pPr algn="just"/>
            <a:r>
              <a:rPr lang="sr-Latn-RS" sz="1300" spc="0" dirty="0">
                <a:solidFill>
                  <a:schemeClr val="accent6">
                    <a:lumMod val="90000"/>
                  </a:schemeClr>
                </a:solidFill>
              </a:rPr>
              <a:t>Predstavlja aktivu banke i glavni je odražaj njenog poslovanja. </a:t>
            </a:r>
          </a:p>
          <a:p>
            <a:pPr algn="just"/>
            <a:r>
              <a:rPr lang="sr-Latn-RS" sz="1300" spc="0" dirty="0">
                <a:solidFill>
                  <a:schemeClr val="accent6">
                    <a:lumMod val="90000"/>
                  </a:schemeClr>
                </a:solidFill>
              </a:rPr>
              <a:t>Praćenje  i analiza kreditnog portfolia imaju zadatak da uvide nepravilnosti i rane opasnosti u kreditnim aktivnostima banke, čime se dovodi do smanjenja  rizika.</a:t>
            </a:r>
          </a:p>
        </p:txBody>
      </p:sp>
      <p:sp>
        <p:nvSpPr>
          <p:cNvPr id="53" name="Text Placeholder 2">
            <a:extLst>
              <a:ext uri="{FF2B5EF4-FFF2-40B4-BE49-F238E27FC236}">
                <a16:creationId xmlns:a16="http://schemas.microsoft.com/office/drawing/2014/main" id="{B8FAAD88-2A73-EF9B-C73F-A328F2B408EC}"/>
              </a:ext>
            </a:extLst>
          </p:cNvPr>
          <p:cNvSpPr txBox="1">
            <a:spLocks/>
          </p:cNvSpPr>
          <p:nvPr/>
        </p:nvSpPr>
        <p:spPr>
          <a:xfrm>
            <a:off x="3313254" y="6306577"/>
            <a:ext cx="5565493" cy="428268"/>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800" b="1" i="0" kern="1200" spc="50" baseline="0">
                <a:solidFill>
                  <a:srgbClr val="C16548"/>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spc="5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spc="5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Book" panose="0200050302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sr-Latn-RS" sz="1200" dirty="0">
                <a:solidFill>
                  <a:schemeClr val="accent6">
                    <a:lumMod val="90000"/>
                  </a:schemeClr>
                </a:solidFill>
              </a:rPr>
              <a:t>Napomena: </a:t>
            </a:r>
            <a:r>
              <a:rPr lang="pl-PL" sz="1200" dirty="0">
                <a:solidFill>
                  <a:schemeClr val="accent6">
                    <a:lumMod val="90000"/>
                  </a:schemeClr>
                </a:solidFill>
              </a:rPr>
              <a:t>Skup podataka baziran je na Američkim standardima, te koristi odgovarajuću terminologiju detaljnije objašnjenu u sekciji </a:t>
            </a:r>
            <a:r>
              <a:rPr lang="pl-PL" sz="1200" i="1" dirty="0">
                <a:solidFill>
                  <a:schemeClr val="accent6">
                    <a:lumMod val="90000"/>
                  </a:schemeClr>
                </a:solidFill>
              </a:rPr>
              <a:t>Semantika kolona</a:t>
            </a:r>
            <a:r>
              <a:rPr lang="pl-PL" sz="1200" dirty="0">
                <a:solidFill>
                  <a:schemeClr val="accent6">
                    <a:lumMod val="90000"/>
                  </a:schemeClr>
                </a:solidFill>
              </a:rPr>
              <a:t>. </a:t>
            </a:r>
            <a:endParaRPr lang="en-US" dirty="0">
              <a:solidFill>
                <a:schemeClr val="accent6">
                  <a:lumMod val="90000"/>
                </a:schemeClr>
              </a:solidFill>
            </a:endParaRPr>
          </a:p>
        </p:txBody>
      </p:sp>
    </p:spTree>
    <p:extLst>
      <p:ext uri="{BB962C8B-B14F-4D97-AF65-F5344CB8AC3E}">
        <p14:creationId xmlns:p14="http://schemas.microsoft.com/office/powerpoint/2010/main" val="876729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4297C5-0EB9-A063-61DC-1C6328558AA1}"/>
              </a:ext>
            </a:extLst>
          </p:cNvPr>
          <p:cNvSpPr>
            <a:spLocks noGrp="1"/>
          </p:cNvSpPr>
          <p:nvPr>
            <p:ph type="title"/>
          </p:nvPr>
        </p:nvSpPr>
        <p:spPr/>
        <p:txBody>
          <a:bodyPr/>
          <a:lstStyle/>
          <a:p>
            <a:r>
              <a:rPr lang="en-US" sz="4500" dirty="0">
                <a:solidFill>
                  <a:schemeClr val="accent6"/>
                </a:solidFill>
              </a:rPr>
              <a:t>O </a:t>
            </a:r>
            <a:r>
              <a:rPr lang="en-US" sz="4500" dirty="0" err="1">
                <a:solidFill>
                  <a:schemeClr val="accent6"/>
                </a:solidFill>
              </a:rPr>
              <a:t>Skupu</a:t>
            </a:r>
            <a:r>
              <a:rPr lang="en-US" sz="4500" dirty="0">
                <a:solidFill>
                  <a:schemeClr val="accent6"/>
                </a:solidFill>
              </a:rPr>
              <a:t> </a:t>
            </a:r>
            <a:r>
              <a:rPr lang="en-US" sz="4500" dirty="0" err="1">
                <a:solidFill>
                  <a:schemeClr val="accent6"/>
                </a:solidFill>
              </a:rPr>
              <a:t>podataka</a:t>
            </a:r>
            <a:endParaRPr lang="sr-Latn-RS" sz="4500" dirty="0">
              <a:solidFill>
                <a:schemeClr val="accent6"/>
              </a:solidFill>
            </a:endParaRPr>
          </a:p>
        </p:txBody>
      </p:sp>
      <p:pic>
        <p:nvPicPr>
          <p:cNvPr id="8" name="Picture Placeholder 7">
            <a:extLst>
              <a:ext uri="{FF2B5EF4-FFF2-40B4-BE49-F238E27FC236}">
                <a16:creationId xmlns:a16="http://schemas.microsoft.com/office/drawing/2014/main" id="{949FB5D0-5785-42D4-F7F6-68437A7591E6}"/>
              </a:ext>
            </a:extLst>
          </p:cNvPr>
          <p:cNvPicPr>
            <a:picLocks noGrp="1" noChangeAspect="1"/>
          </p:cNvPicPr>
          <p:nvPr>
            <p:ph type="pic" sz="quarter" idx="10"/>
          </p:nvPr>
        </p:nvPicPr>
        <p:blipFill>
          <a:blip r:embed="rId2"/>
          <a:srcRect l="23444" r="23444"/>
          <a:stretch/>
        </p:blipFill>
        <p:spPr>
          <a:xfrm>
            <a:off x="838200" y="860958"/>
            <a:ext cx="4085468" cy="5136084"/>
          </a:xfrm>
          <a:scene3d>
            <a:camera prst="orthographicFront">
              <a:rot lat="21299999" lon="0" rev="0"/>
            </a:camera>
            <a:lightRig rig="threePt" dir="t"/>
          </a:scene3d>
        </p:spPr>
      </p:pic>
      <p:sp>
        <p:nvSpPr>
          <p:cNvPr id="6" name="Text Placeholder 5">
            <a:extLst>
              <a:ext uri="{FF2B5EF4-FFF2-40B4-BE49-F238E27FC236}">
                <a16:creationId xmlns:a16="http://schemas.microsoft.com/office/drawing/2014/main" id="{439BA4A3-DA5B-19CA-B968-EE60F870FBC3}"/>
              </a:ext>
            </a:extLst>
          </p:cNvPr>
          <p:cNvSpPr>
            <a:spLocks noGrp="1"/>
          </p:cNvSpPr>
          <p:nvPr>
            <p:ph type="body" sz="quarter" idx="16"/>
          </p:nvPr>
        </p:nvSpPr>
        <p:spPr/>
        <p:txBody>
          <a:bodyPr/>
          <a:lstStyle/>
          <a:p>
            <a:pPr algn="just"/>
            <a:r>
              <a:rPr lang="en-US" b="0" dirty="0" err="1">
                <a:solidFill>
                  <a:schemeClr val="accent6"/>
                </a:solidFill>
              </a:rPr>
              <a:t>Skup</a:t>
            </a:r>
            <a:r>
              <a:rPr lang="en-US" b="0" dirty="0">
                <a:solidFill>
                  <a:schemeClr val="accent6"/>
                </a:solidFill>
              </a:rPr>
              <a:t> </a:t>
            </a:r>
            <a:r>
              <a:rPr lang="en-US" b="0" dirty="0" err="1">
                <a:solidFill>
                  <a:schemeClr val="accent6"/>
                </a:solidFill>
              </a:rPr>
              <a:t>podataka</a:t>
            </a:r>
            <a:r>
              <a:rPr lang="en-US" b="0" dirty="0">
                <a:solidFill>
                  <a:schemeClr val="accent6"/>
                </a:solidFill>
              </a:rPr>
              <a:t> </a:t>
            </a:r>
            <a:r>
              <a:rPr lang="en-US" b="0" dirty="0" err="1">
                <a:solidFill>
                  <a:schemeClr val="accent6"/>
                </a:solidFill>
              </a:rPr>
              <a:t>predstavlja</a:t>
            </a:r>
            <a:r>
              <a:rPr lang="en-US" b="0" dirty="0">
                <a:solidFill>
                  <a:schemeClr val="accent6"/>
                </a:solidFill>
              </a:rPr>
              <a:t> </a:t>
            </a:r>
            <a:r>
              <a:rPr lang="en-US" sz="1800" i="1" dirty="0" err="1">
                <a:solidFill>
                  <a:schemeClr val="accent6"/>
                </a:solidFill>
              </a:rPr>
              <a:t>sinteti</a:t>
            </a:r>
            <a:r>
              <a:rPr lang="sr-Latn-RS" sz="1800" i="1" dirty="0">
                <a:solidFill>
                  <a:schemeClr val="accent6"/>
                </a:solidFill>
              </a:rPr>
              <a:t>čke </a:t>
            </a:r>
            <a:r>
              <a:rPr lang="sr-Latn-RS" b="0" dirty="0">
                <a:solidFill>
                  <a:schemeClr val="accent6"/>
                </a:solidFill>
              </a:rPr>
              <a:t>podatke o kreditnim aktivnostima 135 000 korisnika raspoređenih u periodu od Januara 2022. do Decembra 2024. godine. Podaci su raspoređeni u dva fajla – </a:t>
            </a:r>
            <a:r>
              <a:rPr lang="sr-Latn-RS" b="0" i="1" dirty="0">
                <a:solidFill>
                  <a:schemeClr val="accent6"/>
                </a:solidFill>
              </a:rPr>
              <a:t>origination_data-2.csv</a:t>
            </a:r>
            <a:r>
              <a:rPr lang="sr-Latn-RS" b="0" dirty="0">
                <a:solidFill>
                  <a:schemeClr val="accent6"/>
                </a:solidFill>
              </a:rPr>
              <a:t> i </a:t>
            </a:r>
            <a:r>
              <a:rPr lang="sr-Latn-RS" b="0" i="1" dirty="0">
                <a:solidFill>
                  <a:schemeClr val="accent6"/>
                </a:solidFill>
              </a:rPr>
              <a:t>monthly_performance-2.csv</a:t>
            </a:r>
          </a:p>
          <a:p>
            <a:pPr algn="just"/>
            <a:r>
              <a:rPr lang="sr-Latn-RS" b="0" i="1" dirty="0">
                <a:solidFill>
                  <a:schemeClr val="accent6"/>
                </a:solidFill>
              </a:rPr>
              <a:t>origination_data-2.csv </a:t>
            </a:r>
            <a:r>
              <a:rPr lang="sr-Latn-RS" b="0" dirty="0">
                <a:solidFill>
                  <a:schemeClr val="accent6"/>
                </a:solidFill>
              </a:rPr>
              <a:t>predstavlja skup od 135 000 zapisa sa osnovnim informacijama o korisnicima usluga. Sadrži 19 kolona koje opisuju demograske i finansijske profile klijenata.</a:t>
            </a:r>
          </a:p>
          <a:p>
            <a:pPr algn="just"/>
            <a:r>
              <a:rPr lang="sr-Latn-RS" b="0" i="1" dirty="0">
                <a:solidFill>
                  <a:schemeClr val="accent6"/>
                </a:solidFill>
              </a:rPr>
              <a:t>monthly_performance-2.csv </a:t>
            </a:r>
            <a:r>
              <a:rPr lang="sr-Latn-RS" b="0" dirty="0">
                <a:solidFill>
                  <a:schemeClr val="accent6"/>
                </a:solidFill>
              </a:rPr>
              <a:t>predstavlja skup od 2 355 761 zapisa. Sadrži 13 kolona koje detaljno opisuju mesečna ponašanja korisnika od trenutka odobravanja kredita, do trenutka potpune otplate istog, odnosno odlaska u default.</a:t>
            </a:r>
          </a:p>
        </p:txBody>
      </p:sp>
    </p:spTree>
    <p:extLst>
      <p:ext uri="{BB962C8B-B14F-4D97-AF65-F5344CB8AC3E}">
        <p14:creationId xmlns:p14="http://schemas.microsoft.com/office/powerpoint/2010/main" val="1078164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26611-7B6B-8FF5-6D6A-25812D3A8BA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C888E1A7-6E4F-2CB6-591A-5CB0F016E4C8}"/>
              </a:ext>
            </a:extLst>
          </p:cNvPr>
          <p:cNvSpPr txBox="1"/>
          <p:nvPr/>
        </p:nvSpPr>
        <p:spPr>
          <a:xfrm flipH="1">
            <a:off x="4490157" y="-159152"/>
            <a:ext cx="3211685" cy="7176303"/>
          </a:xfrm>
          <a:prstGeom prst="rect">
            <a:avLst/>
          </a:prstGeom>
          <a:noFill/>
        </p:spPr>
        <p:txBody>
          <a:bodyPr vert="horz" wrap="none" lIns="0" tIns="0" rIns="0" bIns="0" rtlCol="0" anchor="t">
            <a:noAutofit/>
          </a:bodyPr>
          <a:lstStyle/>
          <a:p>
            <a:pPr algn="l"/>
            <a:r>
              <a:rPr lang="sr-Latn-RS" sz="45000" spc="500" dirty="0">
                <a:solidFill>
                  <a:schemeClr val="accent6">
                    <a:alpha val="83000"/>
                  </a:schemeClr>
                </a:solidFill>
                <a:latin typeface="Felix Titling"/>
              </a:rPr>
              <a:t>2</a:t>
            </a:r>
          </a:p>
        </p:txBody>
      </p:sp>
      <p:sp>
        <p:nvSpPr>
          <p:cNvPr id="2" name="Title 1">
            <a:extLst>
              <a:ext uri="{FF2B5EF4-FFF2-40B4-BE49-F238E27FC236}">
                <a16:creationId xmlns:a16="http://schemas.microsoft.com/office/drawing/2014/main" id="{9C1F34C5-B981-5EA4-64E8-82F3E67A0D17}"/>
              </a:ext>
            </a:extLst>
          </p:cNvPr>
          <p:cNvSpPr>
            <a:spLocks noGrp="1"/>
          </p:cNvSpPr>
          <p:nvPr>
            <p:ph type="title"/>
          </p:nvPr>
        </p:nvSpPr>
        <p:spPr>
          <a:xfrm>
            <a:off x="838200" y="2003843"/>
            <a:ext cx="10515600" cy="2850312"/>
          </a:xfrm>
          <a:solidFill>
            <a:srgbClr val="404E27"/>
          </a:solidFill>
          <a:effectLst>
            <a:softEdge rad="342900"/>
          </a:effectLst>
        </p:spPr>
        <p:txBody>
          <a:bodyPr/>
          <a:lstStyle/>
          <a:p>
            <a:r>
              <a:rPr lang="sr-Latn-RS" sz="4800" dirty="0">
                <a:solidFill>
                  <a:schemeClr val="accent6">
                    <a:alpha val="25000"/>
                  </a:schemeClr>
                </a:solidFill>
              </a:rPr>
              <a:t>Semantika kolona</a:t>
            </a:r>
            <a:br>
              <a:rPr lang="sr-Latn-RS" sz="4800" dirty="0">
                <a:solidFill>
                  <a:schemeClr val="accent6"/>
                </a:solidFill>
              </a:rPr>
            </a:br>
            <a:r>
              <a:rPr lang="sr-Latn-RS" sz="4800" dirty="0">
                <a:solidFill>
                  <a:schemeClr val="accent6"/>
                </a:solidFill>
              </a:rPr>
              <a:t>SEMANTIKA KOLONA</a:t>
            </a:r>
            <a:br>
              <a:rPr lang="sr-Latn-RS" sz="4800" dirty="0">
                <a:solidFill>
                  <a:schemeClr val="accent6"/>
                </a:solidFill>
              </a:rPr>
            </a:br>
            <a:r>
              <a:rPr lang="sr-Latn-RS" sz="4800" dirty="0">
                <a:solidFill>
                  <a:schemeClr val="accent6">
                    <a:alpha val="25000"/>
                  </a:schemeClr>
                </a:solidFill>
              </a:rPr>
              <a:t>semantika kolona</a:t>
            </a:r>
            <a:endParaRPr lang="en-US" sz="4800" dirty="0">
              <a:solidFill>
                <a:schemeClr val="accent6">
                  <a:alpha val="25000"/>
                </a:schemeClr>
              </a:solidFill>
            </a:endParaRPr>
          </a:p>
        </p:txBody>
      </p:sp>
    </p:spTree>
    <p:extLst>
      <p:ext uri="{BB962C8B-B14F-4D97-AF65-F5344CB8AC3E}">
        <p14:creationId xmlns:p14="http://schemas.microsoft.com/office/powerpoint/2010/main" val="307934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787C3-E652-3054-10E4-0014C71E862F}"/>
              </a:ext>
            </a:extLst>
          </p:cNvPr>
          <p:cNvSpPr>
            <a:spLocks noGrp="1"/>
          </p:cNvSpPr>
          <p:nvPr>
            <p:ph type="title"/>
          </p:nvPr>
        </p:nvSpPr>
        <p:spPr>
          <a:xfrm>
            <a:off x="570015" y="354982"/>
            <a:ext cx="11051970" cy="946650"/>
          </a:xfrm>
        </p:spPr>
        <p:txBody>
          <a:bodyPr/>
          <a:lstStyle/>
          <a:p>
            <a:pPr algn="ctr"/>
            <a:r>
              <a:rPr lang="sr-Latn-RS" sz="4500" i="1" dirty="0">
                <a:solidFill>
                  <a:schemeClr val="accent6">
                    <a:lumMod val="90000"/>
                  </a:schemeClr>
                </a:solidFill>
              </a:rPr>
              <a:t>origination_data-2.csv</a:t>
            </a:r>
            <a:endParaRPr lang="sr-Latn-RS" sz="4500" i="1" dirty="0"/>
          </a:p>
        </p:txBody>
      </p:sp>
      <p:sp>
        <p:nvSpPr>
          <p:cNvPr id="8" name="Footer Placeholder 7">
            <a:extLst>
              <a:ext uri="{FF2B5EF4-FFF2-40B4-BE49-F238E27FC236}">
                <a16:creationId xmlns:a16="http://schemas.microsoft.com/office/drawing/2014/main" id="{3DA1DEAE-C264-CED9-1038-0E34B02217E7}"/>
              </a:ext>
            </a:extLst>
          </p:cNvPr>
          <p:cNvSpPr>
            <a:spLocks noGrp="1"/>
          </p:cNvSpPr>
          <p:nvPr>
            <p:ph type="ftr" sz="quarter" idx="22"/>
          </p:nvPr>
        </p:nvSpPr>
        <p:spPr/>
        <p:txBody>
          <a:bodyPr/>
          <a:lstStyle/>
          <a:p>
            <a:r>
              <a:rPr lang="sr-Latn-RS" dirty="0">
                <a:solidFill>
                  <a:schemeClr val="accent6"/>
                </a:solidFill>
              </a:rPr>
              <a:t>Analiza kreditnog portfolia</a:t>
            </a:r>
            <a:endParaRPr lang="en-US" dirty="0">
              <a:solidFill>
                <a:schemeClr val="accent6"/>
              </a:solidFill>
            </a:endParaRPr>
          </a:p>
        </p:txBody>
      </p:sp>
      <p:sp>
        <p:nvSpPr>
          <p:cNvPr id="9" name="Slide Number Placeholder 8">
            <a:extLst>
              <a:ext uri="{FF2B5EF4-FFF2-40B4-BE49-F238E27FC236}">
                <a16:creationId xmlns:a16="http://schemas.microsoft.com/office/drawing/2014/main" id="{5103FD09-2447-E0F8-8BAA-26E4F1860FFD}"/>
              </a:ext>
            </a:extLst>
          </p:cNvPr>
          <p:cNvSpPr>
            <a:spLocks noGrp="1"/>
          </p:cNvSpPr>
          <p:nvPr>
            <p:ph type="sldNum" sz="quarter" idx="23"/>
          </p:nvPr>
        </p:nvSpPr>
        <p:spPr/>
        <p:txBody>
          <a:bodyPr/>
          <a:lstStyle/>
          <a:p>
            <a:fld id="{295C7AAE-A677-454A-8BDB-62A0650ACE98}" type="slidenum">
              <a:rPr lang="en-US" smtClean="0"/>
              <a:pPr/>
              <a:t>7</a:t>
            </a:fld>
            <a:endParaRPr lang="en-US" dirty="0"/>
          </a:p>
        </p:txBody>
      </p:sp>
      <p:graphicFrame>
        <p:nvGraphicFramePr>
          <p:cNvPr id="12" name="Table 11">
            <a:extLst>
              <a:ext uri="{FF2B5EF4-FFF2-40B4-BE49-F238E27FC236}">
                <a16:creationId xmlns:a16="http://schemas.microsoft.com/office/drawing/2014/main" id="{E45A73BD-AB1C-8659-1B30-71458A2A3DF3}"/>
              </a:ext>
            </a:extLst>
          </p:cNvPr>
          <p:cNvGraphicFramePr>
            <a:graphicFrameLocks noGrp="1"/>
          </p:cNvGraphicFramePr>
          <p:nvPr>
            <p:extLst>
              <p:ext uri="{D42A27DB-BD31-4B8C-83A1-F6EECF244321}">
                <p14:modId xmlns:p14="http://schemas.microsoft.com/office/powerpoint/2010/main" val="317527974"/>
              </p:ext>
            </p:extLst>
          </p:nvPr>
        </p:nvGraphicFramePr>
        <p:xfrm>
          <a:off x="864243" y="1301632"/>
          <a:ext cx="10463514" cy="4751926"/>
        </p:xfrm>
        <a:graphic>
          <a:graphicData uri="http://schemas.openxmlformats.org/drawingml/2006/table">
            <a:tbl>
              <a:tblPr firstRow="1" bandRow="1">
                <a:tableStyleId>{C4B1156A-380E-4F78-BDF5-A606A8083BF9}</a:tableStyleId>
              </a:tblPr>
              <a:tblGrid>
                <a:gridCol w="2723909">
                  <a:extLst>
                    <a:ext uri="{9D8B030D-6E8A-4147-A177-3AD203B41FA5}">
                      <a16:colId xmlns:a16="http://schemas.microsoft.com/office/drawing/2014/main" val="3637514781"/>
                    </a:ext>
                  </a:extLst>
                </a:gridCol>
                <a:gridCol w="3032567">
                  <a:extLst>
                    <a:ext uri="{9D8B030D-6E8A-4147-A177-3AD203B41FA5}">
                      <a16:colId xmlns:a16="http://schemas.microsoft.com/office/drawing/2014/main" val="4043018390"/>
                    </a:ext>
                  </a:extLst>
                </a:gridCol>
                <a:gridCol w="4707038">
                  <a:extLst>
                    <a:ext uri="{9D8B030D-6E8A-4147-A177-3AD203B41FA5}">
                      <a16:colId xmlns:a16="http://schemas.microsoft.com/office/drawing/2014/main" val="755714156"/>
                    </a:ext>
                  </a:extLst>
                </a:gridCol>
              </a:tblGrid>
              <a:tr h="521736">
                <a:tc>
                  <a:txBody>
                    <a:bodyPr/>
                    <a:lstStyle/>
                    <a:p>
                      <a:pPr algn="ctr"/>
                      <a:r>
                        <a:rPr lang="sr-Latn-RS" dirty="0"/>
                        <a:t>Naziv</a:t>
                      </a:r>
                    </a:p>
                  </a:txBody>
                  <a:tcPr anchor="ctr"/>
                </a:tc>
                <a:tc>
                  <a:txBody>
                    <a:bodyPr/>
                    <a:lstStyle/>
                    <a:p>
                      <a:pPr algn="ctr"/>
                      <a:r>
                        <a:rPr lang="sr-Latn-RS" dirty="0"/>
                        <a:t>Tip podataka</a:t>
                      </a:r>
                    </a:p>
                  </a:txBody>
                  <a:tcPr anchor="ctr"/>
                </a:tc>
                <a:tc>
                  <a:txBody>
                    <a:bodyPr/>
                    <a:lstStyle/>
                    <a:p>
                      <a:pPr algn="ctr"/>
                      <a:r>
                        <a:rPr lang="sr-Latn-RS" dirty="0"/>
                        <a:t>Značenje</a:t>
                      </a:r>
                    </a:p>
                  </a:txBody>
                  <a:tcPr anchor="ctr"/>
                </a:tc>
                <a:extLst>
                  <a:ext uri="{0D108BD9-81ED-4DB2-BD59-A6C34878D82A}">
                    <a16:rowId xmlns:a16="http://schemas.microsoft.com/office/drawing/2014/main" val="1118075933"/>
                  </a:ext>
                </a:extLst>
              </a:tr>
              <a:tr h="521736">
                <a:tc>
                  <a:txBody>
                    <a:bodyPr/>
                    <a:lstStyle/>
                    <a:p>
                      <a:r>
                        <a:rPr lang="sr-Latn-RS" dirty="0"/>
                        <a:t>customer_id</a:t>
                      </a:r>
                    </a:p>
                  </a:txBody>
                  <a:tcPr anchor="ctr"/>
                </a:tc>
                <a:tc>
                  <a:txBody>
                    <a:bodyPr/>
                    <a:lstStyle/>
                    <a:p>
                      <a:r>
                        <a:rPr lang="sr-Latn-RS" dirty="0"/>
                        <a:t>string</a:t>
                      </a:r>
                    </a:p>
                  </a:txBody>
                  <a:tcPr anchor="ctr"/>
                </a:tc>
                <a:tc>
                  <a:txBody>
                    <a:bodyPr/>
                    <a:lstStyle/>
                    <a:p>
                      <a:r>
                        <a:rPr lang="sr-Latn-RS" dirty="0"/>
                        <a:t>Identifikaciono polje korisnika</a:t>
                      </a:r>
                    </a:p>
                  </a:txBody>
                  <a:tcPr anchor="ctr"/>
                </a:tc>
                <a:extLst>
                  <a:ext uri="{0D108BD9-81ED-4DB2-BD59-A6C34878D82A}">
                    <a16:rowId xmlns:a16="http://schemas.microsoft.com/office/drawing/2014/main" val="2533103760"/>
                  </a:ext>
                </a:extLst>
              </a:tr>
              <a:tr h="555656">
                <a:tc>
                  <a:txBody>
                    <a:bodyPr/>
                    <a:lstStyle/>
                    <a:p>
                      <a:r>
                        <a:rPr lang="sr-Latn-RS" dirty="0"/>
                        <a:t>application_date</a:t>
                      </a:r>
                    </a:p>
                  </a:txBody>
                  <a:tcPr anchor="ctr"/>
                </a:tc>
                <a:tc>
                  <a:txBody>
                    <a:bodyPr/>
                    <a:lstStyle/>
                    <a:p>
                      <a:r>
                        <a:rPr lang="sr-Latn-RS" dirty="0"/>
                        <a:t>date</a:t>
                      </a:r>
                    </a:p>
                  </a:txBody>
                  <a:tcPr anchor="ctr"/>
                </a:tc>
                <a:tc>
                  <a:txBody>
                    <a:bodyPr/>
                    <a:lstStyle/>
                    <a:p>
                      <a:r>
                        <a:rPr lang="sr-Latn-RS" dirty="0"/>
                        <a:t>Datum podnošenja zahteva za uzimanje kredita</a:t>
                      </a:r>
                    </a:p>
                  </a:txBody>
                  <a:tcPr anchor="ctr"/>
                </a:tc>
                <a:extLst>
                  <a:ext uri="{0D108BD9-81ED-4DB2-BD59-A6C34878D82A}">
                    <a16:rowId xmlns:a16="http://schemas.microsoft.com/office/drawing/2014/main" val="692726652"/>
                  </a:ext>
                </a:extLst>
              </a:tr>
              <a:tr h="521736">
                <a:tc>
                  <a:txBody>
                    <a:bodyPr/>
                    <a:lstStyle/>
                    <a:p>
                      <a:r>
                        <a:rPr lang="sr-Latn-RS" dirty="0"/>
                        <a:t>age</a:t>
                      </a:r>
                    </a:p>
                  </a:txBody>
                  <a:tcPr anchor="ctr"/>
                </a:tc>
                <a:tc>
                  <a:txBody>
                    <a:bodyPr/>
                    <a:lstStyle/>
                    <a:p>
                      <a:r>
                        <a:rPr lang="sr-Latn-RS" dirty="0"/>
                        <a:t>integer</a:t>
                      </a:r>
                    </a:p>
                  </a:txBody>
                  <a:tcPr anchor="ctr"/>
                </a:tc>
                <a:tc>
                  <a:txBody>
                    <a:bodyPr/>
                    <a:lstStyle/>
                    <a:p>
                      <a:r>
                        <a:rPr lang="sr-Latn-RS" dirty="0"/>
                        <a:t>Starost korisnika u godinama</a:t>
                      </a:r>
                    </a:p>
                  </a:txBody>
                  <a:tcPr anchor="ctr"/>
                </a:tc>
                <a:extLst>
                  <a:ext uri="{0D108BD9-81ED-4DB2-BD59-A6C34878D82A}">
                    <a16:rowId xmlns:a16="http://schemas.microsoft.com/office/drawing/2014/main" val="2294820159"/>
                  </a:ext>
                </a:extLst>
              </a:tr>
              <a:tr h="793795">
                <a:tc>
                  <a:txBody>
                    <a:bodyPr/>
                    <a:lstStyle/>
                    <a:p>
                      <a:r>
                        <a:rPr lang="sr-Latn-RS" dirty="0"/>
                        <a:t>gender</a:t>
                      </a:r>
                    </a:p>
                  </a:txBody>
                  <a:tcPr anchor="ctr"/>
                </a:tc>
                <a:tc>
                  <a:txBody>
                    <a:bodyPr/>
                    <a:lstStyle/>
                    <a:p>
                      <a:r>
                        <a:rPr lang="sr-Latn-RS" dirty="0"/>
                        <a:t>string  (kategoričko polje)</a:t>
                      </a:r>
                    </a:p>
                  </a:txBody>
                  <a:tcPr anchor="ctr"/>
                </a:tc>
                <a:tc>
                  <a:txBody>
                    <a:bodyPr/>
                    <a:lstStyle/>
                    <a:p>
                      <a:r>
                        <a:rPr lang="sr-Latn-RS" dirty="0"/>
                        <a:t>Rod korisnika (u ovom skupu podataka, moguće vrednosti su male i female)</a:t>
                      </a:r>
                    </a:p>
                  </a:txBody>
                  <a:tcPr anchor="ctr"/>
                </a:tc>
                <a:extLst>
                  <a:ext uri="{0D108BD9-81ED-4DB2-BD59-A6C34878D82A}">
                    <a16:rowId xmlns:a16="http://schemas.microsoft.com/office/drawing/2014/main" val="333113789"/>
                  </a:ext>
                </a:extLst>
              </a:tr>
              <a:tr h="793795">
                <a:tc>
                  <a:txBody>
                    <a:bodyPr/>
                    <a:lstStyle/>
                    <a:p>
                      <a:r>
                        <a:rPr lang="sr-Latn-RS" dirty="0"/>
                        <a:t>employment_status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r-Latn-RS" dirty="0"/>
                        <a:t>string  (kategoričko polje)</a:t>
                      </a:r>
                    </a:p>
                    <a:p>
                      <a:endParaRPr lang="sr-Latn-RS" dirty="0"/>
                    </a:p>
                  </a:txBody>
                  <a:tcPr anchor="ctr"/>
                </a:tc>
                <a:tc>
                  <a:txBody>
                    <a:bodyPr/>
                    <a:lstStyle/>
                    <a:p>
                      <a:r>
                        <a:rPr lang="sr-Latn-RS" dirty="0"/>
                        <a:t>Radni status (moguće vrednosti su employed, self-employed i unemployed)</a:t>
                      </a:r>
                    </a:p>
                  </a:txBody>
                  <a:tcPr anchor="ctr"/>
                </a:tc>
                <a:extLst>
                  <a:ext uri="{0D108BD9-81ED-4DB2-BD59-A6C34878D82A}">
                    <a16:rowId xmlns:a16="http://schemas.microsoft.com/office/drawing/2014/main" val="3194098308"/>
                  </a:ext>
                </a:extLst>
              </a:tr>
              <a:tr h="521736">
                <a:tc>
                  <a:txBody>
                    <a:bodyPr/>
                    <a:lstStyle/>
                    <a:p>
                      <a:r>
                        <a:rPr lang="sr-Latn-RS" dirty="0"/>
                        <a:t>annual_income</a:t>
                      </a:r>
                    </a:p>
                  </a:txBody>
                  <a:tcPr anchor="ctr"/>
                </a:tc>
                <a:tc>
                  <a:txBody>
                    <a:bodyPr/>
                    <a:lstStyle/>
                    <a:p>
                      <a:r>
                        <a:rPr lang="sr-Latn-RS" dirty="0"/>
                        <a:t>float</a:t>
                      </a:r>
                    </a:p>
                  </a:txBody>
                  <a:tcPr anchor="ctr"/>
                </a:tc>
                <a:tc>
                  <a:txBody>
                    <a:bodyPr/>
                    <a:lstStyle/>
                    <a:p>
                      <a:r>
                        <a:rPr lang="sr-Latn-RS" dirty="0"/>
                        <a:t>Godišnja zarada korisnika</a:t>
                      </a:r>
                    </a:p>
                  </a:txBody>
                  <a:tcPr anchor="ctr"/>
                </a:tc>
                <a:extLst>
                  <a:ext uri="{0D108BD9-81ED-4DB2-BD59-A6C34878D82A}">
                    <a16:rowId xmlns:a16="http://schemas.microsoft.com/office/drawing/2014/main" val="1466210856"/>
                  </a:ext>
                </a:extLst>
              </a:tr>
              <a:tr h="521736">
                <a:tc>
                  <a:txBody>
                    <a:bodyPr/>
                    <a:lstStyle/>
                    <a:p>
                      <a:r>
                        <a:rPr lang="sr-Latn-RS" dirty="0"/>
                        <a:t>monthly_income</a:t>
                      </a:r>
                    </a:p>
                  </a:txBody>
                  <a:tcPr anchor="ctr"/>
                </a:tc>
                <a:tc>
                  <a:txBody>
                    <a:bodyPr/>
                    <a:lstStyle/>
                    <a:p>
                      <a:r>
                        <a:rPr lang="sr-Latn-RS" dirty="0"/>
                        <a:t>float</a:t>
                      </a:r>
                    </a:p>
                  </a:txBody>
                  <a:tcPr anchor="ctr"/>
                </a:tc>
                <a:tc>
                  <a:txBody>
                    <a:bodyPr/>
                    <a:lstStyle/>
                    <a:p>
                      <a:r>
                        <a:rPr lang="sr-Latn-RS" dirty="0"/>
                        <a:t>Mesečna zarada korisnika</a:t>
                      </a:r>
                    </a:p>
                  </a:txBody>
                  <a:tcPr anchor="ctr"/>
                </a:tc>
                <a:extLst>
                  <a:ext uri="{0D108BD9-81ED-4DB2-BD59-A6C34878D82A}">
                    <a16:rowId xmlns:a16="http://schemas.microsoft.com/office/drawing/2014/main" val="796035687"/>
                  </a:ext>
                </a:extLst>
              </a:tr>
            </a:tbl>
          </a:graphicData>
        </a:graphic>
      </p:graphicFrame>
    </p:spTree>
    <p:extLst>
      <p:ext uri="{BB962C8B-B14F-4D97-AF65-F5344CB8AC3E}">
        <p14:creationId xmlns:p14="http://schemas.microsoft.com/office/powerpoint/2010/main" val="3949251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7CCA1-5CCC-BD73-F1B4-E479B3A4F5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B0224-FF11-F24A-8364-E75FF5B4E60A}"/>
              </a:ext>
            </a:extLst>
          </p:cNvPr>
          <p:cNvSpPr>
            <a:spLocks noGrp="1"/>
          </p:cNvSpPr>
          <p:nvPr>
            <p:ph type="title"/>
          </p:nvPr>
        </p:nvSpPr>
        <p:spPr>
          <a:xfrm>
            <a:off x="570015" y="354982"/>
            <a:ext cx="11051970" cy="946650"/>
          </a:xfrm>
        </p:spPr>
        <p:txBody>
          <a:bodyPr/>
          <a:lstStyle/>
          <a:p>
            <a:pPr algn="ctr"/>
            <a:r>
              <a:rPr lang="sr-Latn-RS" sz="4500" i="1" dirty="0">
                <a:solidFill>
                  <a:schemeClr val="accent6">
                    <a:lumMod val="90000"/>
                  </a:schemeClr>
                </a:solidFill>
              </a:rPr>
              <a:t>origination_data-2.csv</a:t>
            </a:r>
            <a:endParaRPr lang="sr-Latn-RS" sz="4500" i="1" dirty="0"/>
          </a:p>
        </p:txBody>
      </p:sp>
      <p:sp>
        <p:nvSpPr>
          <p:cNvPr id="8" name="Footer Placeholder 7">
            <a:extLst>
              <a:ext uri="{FF2B5EF4-FFF2-40B4-BE49-F238E27FC236}">
                <a16:creationId xmlns:a16="http://schemas.microsoft.com/office/drawing/2014/main" id="{8D7A372C-BA6C-4404-38DE-6BBDC1F1317B}"/>
              </a:ext>
            </a:extLst>
          </p:cNvPr>
          <p:cNvSpPr>
            <a:spLocks noGrp="1"/>
          </p:cNvSpPr>
          <p:nvPr>
            <p:ph type="ftr" sz="quarter" idx="22"/>
          </p:nvPr>
        </p:nvSpPr>
        <p:spPr/>
        <p:txBody>
          <a:bodyPr/>
          <a:lstStyle/>
          <a:p>
            <a:r>
              <a:rPr lang="sr-Latn-RS" dirty="0">
                <a:solidFill>
                  <a:schemeClr val="accent6"/>
                </a:solidFill>
              </a:rPr>
              <a:t>Analiza kreditnog portfolia</a:t>
            </a:r>
            <a:endParaRPr lang="en-US" dirty="0">
              <a:solidFill>
                <a:schemeClr val="accent6"/>
              </a:solidFill>
            </a:endParaRPr>
          </a:p>
        </p:txBody>
      </p:sp>
      <p:sp>
        <p:nvSpPr>
          <p:cNvPr id="9" name="Slide Number Placeholder 8">
            <a:extLst>
              <a:ext uri="{FF2B5EF4-FFF2-40B4-BE49-F238E27FC236}">
                <a16:creationId xmlns:a16="http://schemas.microsoft.com/office/drawing/2014/main" id="{D0B8EC59-0C9E-BCE2-6196-5D089C08F4EF}"/>
              </a:ext>
            </a:extLst>
          </p:cNvPr>
          <p:cNvSpPr>
            <a:spLocks noGrp="1"/>
          </p:cNvSpPr>
          <p:nvPr>
            <p:ph type="sldNum" sz="quarter" idx="23"/>
          </p:nvPr>
        </p:nvSpPr>
        <p:spPr/>
        <p:txBody>
          <a:bodyPr/>
          <a:lstStyle/>
          <a:p>
            <a:fld id="{295C7AAE-A677-454A-8BDB-62A0650ACE98}" type="slidenum">
              <a:rPr lang="en-US" smtClean="0"/>
              <a:pPr/>
              <a:t>8</a:t>
            </a:fld>
            <a:endParaRPr lang="en-US" dirty="0"/>
          </a:p>
        </p:txBody>
      </p:sp>
      <p:graphicFrame>
        <p:nvGraphicFramePr>
          <p:cNvPr id="12" name="Table 11">
            <a:extLst>
              <a:ext uri="{FF2B5EF4-FFF2-40B4-BE49-F238E27FC236}">
                <a16:creationId xmlns:a16="http://schemas.microsoft.com/office/drawing/2014/main" id="{8B90F72F-C652-0670-EA5F-CBC6F53C0F3F}"/>
              </a:ext>
            </a:extLst>
          </p:cNvPr>
          <p:cNvGraphicFramePr>
            <a:graphicFrameLocks noGrp="1"/>
          </p:cNvGraphicFramePr>
          <p:nvPr>
            <p:extLst>
              <p:ext uri="{D42A27DB-BD31-4B8C-83A1-F6EECF244321}">
                <p14:modId xmlns:p14="http://schemas.microsoft.com/office/powerpoint/2010/main" val="650945046"/>
              </p:ext>
            </p:extLst>
          </p:nvPr>
        </p:nvGraphicFramePr>
        <p:xfrm>
          <a:off x="864243" y="1301632"/>
          <a:ext cx="10463514" cy="4948697"/>
        </p:xfrm>
        <a:graphic>
          <a:graphicData uri="http://schemas.openxmlformats.org/drawingml/2006/table">
            <a:tbl>
              <a:tblPr firstRow="1" bandRow="1">
                <a:tableStyleId>{C4B1156A-380E-4F78-BDF5-A606A8083BF9}</a:tableStyleId>
              </a:tblPr>
              <a:tblGrid>
                <a:gridCol w="2723909">
                  <a:extLst>
                    <a:ext uri="{9D8B030D-6E8A-4147-A177-3AD203B41FA5}">
                      <a16:colId xmlns:a16="http://schemas.microsoft.com/office/drawing/2014/main" val="3637514781"/>
                    </a:ext>
                  </a:extLst>
                </a:gridCol>
                <a:gridCol w="3032567">
                  <a:extLst>
                    <a:ext uri="{9D8B030D-6E8A-4147-A177-3AD203B41FA5}">
                      <a16:colId xmlns:a16="http://schemas.microsoft.com/office/drawing/2014/main" val="4043018390"/>
                    </a:ext>
                  </a:extLst>
                </a:gridCol>
                <a:gridCol w="4707038">
                  <a:extLst>
                    <a:ext uri="{9D8B030D-6E8A-4147-A177-3AD203B41FA5}">
                      <a16:colId xmlns:a16="http://schemas.microsoft.com/office/drawing/2014/main" val="755714156"/>
                    </a:ext>
                  </a:extLst>
                </a:gridCol>
              </a:tblGrid>
              <a:tr h="521736">
                <a:tc>
                  <a:txBody>
                    <a:bodyPr/>
                    <a:lstStyle/>
                    <a:p>
                      <a:pPr algn="ctr"/>
                      <a:r>
                        <a:rPr lang="sr-Latn-RS" dirty="0"/>
                        <a:t>Naziv</a:t>
                      </a:r>
                    </a:p>
                  </a:txBody>
                  <a:tcPr anchor="ctr"/>
                </a:tc>
                <a:tc>
                  <a:txBody>
                    <a:bodyPr/>
                    <a:lstStyle/>
                    <a:p>
                      <a:pPr algn="ctr"/>
                      <a:r>
                        <a:rPr lang="sr-Latn-RS" dirty="0"/>
                        <a:t>Tip podataka</a:t>
                      </a:r>
                    </a:p>
                  </a:txBody>
                  <a:tcPr anchor="ctr"/>
                </a:tc>
                <a:tc>
                  <a:txBody>
                    <a:bodyPr/>
                    <a:lstStyle/>
                    <a:p>
                      <a:pPr algn="ctr"/>
                      <a:r>
                        <a:rPr lang="sr-Latn-RS" dirty="0"/>
                        <a:t>Značenje</a:t>
                      </a:r>
                    </a:p>
                  </a:txBody>
                  <a:tcPr anchor="ctr"/>
                </a:tc>
                <a:extLst>
                  <a:ext uri="{0D108BD9-81ED-4DB2-BD59-A6C34878D82A}">
                    <a16:rowId xmlns:a16="http://schemas.microsoft.com/office/drawing/2014/main" val="1118075933"/>
                  </a:ext>
                </a:extLst>
              </a:tr>
              <a:tr h="410546">
                <a:tc>
                  <a:txBody>
                    <a:bodyPr/>
                    <a:lstStyle/>
                    <a:p>
                      <a:r>
                        <a:rPr lang="sr-Latn-RS" dirty="0"/>
                        <a:t>loan_amount</a:t>
                      </a:r>
                    </a:p>
                  </a:txBody>
                  <a:tcPr anchor="ctr"/>
                </a:tc>
                <a:tc>
                  <a:txBody>
                    <a:bodyPr/>
                    <a:lstStyle/>
                    <a:p>
                      <a:pPr algn="l"/>
                      <a:r>
                        <a:rPr lang="sr-Latn-RS" dirty="0"/>
                        <a:t>float</a:t>
                      </a:r>
                    </a:p>
                  </a:txBody>
                  <a:tcPr anchor="ctr"/>
                </a:tc>
                <a:tc>
                  <a:txBody>
                    <a:bodyPr/>
                    <a:lstStyle/>
                    <a:p>
                      <a:r>
                        <a:rPr lang="sr-Latn-RS" dirty="0"/>
                        <a:t>Nominalna vrednost kredita</a:t>
                      </a:r>
                    </a:p>
                  </a:txBody>
                  <a:tcPr anchor="ctr"/>
                </a:tc>
                <a:extLst>
                  <a:ext uri="{0D108BD9-81ED-4DB2-BD59-A6C34878D82A}">
                    <a16:rowId xmlns:a16="http://schemas.microsoft.com/office/drawing/2014/main" val="2533103760"/>
                  </a:ext>
                </a:extLst>
              </a:tr>
              <a:tr h="462987">
                <a:tc>
                  <a:txBody>
                    <a:bodyPr/>
                    <a:lstStyle/>
                    <a:p>
                      <a:r>
                        <a:rPr lang="sr-Latn-RS" dirty="0"/>
                        <a:t>interest_rate</a:t>
                      </a:r>
                    </a:p>
                  </a:txBody>
                  <a:tcPr anchor="ctr"/>
                </a:tc>
                <a:tc>
                  <a:txBody>
                    <a:bodyPr/>
                    <a:lstStyle/>
                    <a:p>
                      <a:pPr algn="l"/>
                      <a:r>
                        <a:rPr lang="sr-Latn-RS" dirty="0"/>
                        <a:t>float</a:t>
                      </a:r>
                    </a:p>
                  </a:txBody>
                  <a:tcPr anchor="ctr"/>
                </a:tc>
                <a:tc>
                  <a:txBody>
                    <a:bodyPr/>
                    <a:lstStyle/>
                    <a:p>
                      <a:r>
                        <a:rPr lang="sr-Latn-RS" dirty="0"/>
                        <a:t>Kamatna stopa kredita</a:t>
                      </a:r>
                    </a:p>
                  </a:txBody>
                  <a:tcPr anchor="ctr"/>
                </a:tc>
                <a:extLst>
                  <a:ext uri="{0D108BD9-81ED-4DB2-BD59-A6C34878D82A}">
                    <a16:rowId xmlns:a16="http://schemas.microsoft.com/office/drawing/2014/main" val="692726652"/>
                  </a:ext>
                </a:extLst>
              </a:tr>
              <a:tr h="416689">
                <a:tc>
                  <a:txBody>
                    <a:bodyPr/>
                    <a:lstStyle/>
                    <a:p>
                      <a:r>
                        <a:rPr lang="sr-Latn-RS" dirty="0"/>
                        <a:t>loan_term</a:t>
                      </a:r>
                    </a:p>
                  </a:txBody>
                  <a:tcPr anchor="ctr"/>
                </a:tc>
                <a:tc>
                  <a:txBody>
                    <a:bodyPr/>
                    <a:lstStyle/>
                    <a:p>
                      <a:pPr algn="l"/>
                      <a:r>
                        <a:rPr lang="sr-Latn-RS" dirty="0"/>
                        <a:t>integer</a:t>
                      </a:r>
                    </a:p>
                  </a:txBody>
                  <a:tcPr anchor="ctr"/>
                </a:tc>
                <a:tc>
                  <a:txBody>
                    <a:bodyPr/>
                    <a:lstStyle/>
                    <a:p>
                      <a:r>
                        <a:rPr lang="sr-Latn-RS" dirty="0"/>
                        <a:t>Period otplate kredita</a:t>
                      </a:r>
                    </a:p>
                  </a:txBody>
                  <a:tcPr anchor="ctr"/>
                </a:tc>
                <a:extLst>
                  <a:ext uri="{0D108BD9-81ED-4DB2-BD59-A6C34878D82A}">
                    <a16:rowId xmlns:a16="http://schemas.microsoft.com/office/drawing/2014/main" val="2294820159"/>
                  </a:ext>
                </a:extLst>
              </a:tr>
              <a:tr h="636607">
                <a:tc>
                  <a:txBody>
                    <a:bodyPr/>
                    <a:lstStyle/>
                    <a:p>
                      <a:r>
                        <a:rPr lang="sr-Latn-RS" dirty="0"/>
                        <a:t>emi</a:t>
                      </a:r>
                    </a:p>
                  </a:txBody>
                  <a:tcPr anchor="ctr"/>
                </a:tc>
                <a:tc>
                  <a:txBody>
                    <a:bodyPr/>
                    <a:lstStyle/>
                    <a:p>
                      <a:pPr algn="l"/>
                      <a:r>
                        <a:rPr lang="sr-Latn-RS" dirty="0"/>
                        <a:t>float</a:t>
                      </a:r>
                    </a:p>
                  </a:txBody>
                  <a:tcPr anchor="ctr"/>
                </a:tc>
                <a:tc>
                  <a:txBody>
                    <a:bodyPr/>
                    <a:lstStyle/>
                    <a:p>
                      <a:r>
                        <a:rPr lang="sr-Latn-RS" i="1" dirty="0"/>
                        <a:t>Equated monthly installment </a:t>
                      </a:r>
                      <a:r>
                        <a:rPr lang="sr-Latn-RS" i="0" dirty="0"/>
                        <a:t>– visina jedne mesečne rate kredita</a:t>
                      </a:r>
                      <a:endParaRPr lang="sr-Latn-RS" i="1" dirty="0"/>
                    </a:p>
                  </a:txBody>
                  <a:tcPr anchor="ctr"/>
                </a:tc>
                <a:extLst>
                  <a:ext uri="{0D108BD9-81ED-4DB2-BD59-A6C34878D82A}">
                    <a16:rowId xmlns:a16="http://schemas.microsoft.com/office/drawing/2014/main" val="333113789"/>
                  </a:ext>
                </a:extLst>
              </a:tr>
              <a:tr h="667859">
                <a:tc>
                  <a:txBody>
                    <a:bodyPr/>
                    <a:lstStyle/>
                    <a:p>
                      <a:r>
                        <a:rPr lang="sr-Latn-RS" sz="1800" b="0" i="0" kern="1200" dirty="0">
                          <a:solidFill>
                            <a:schemeClr val="dk1"/>
                          </a:solidFill>
                          <a:effectLst/>
                          <a:latin typeface="+mn-lt"/>
                          <a:ea typeface="+mn-ea"/>
                          <a:cs typeface="+mn-cs"/>
                        </a:rPr>
                        <a:t>credit_score_origination</a:t>
                      </a:r>
                      <a:endParaRPr lang="sr-Latn-R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r-Latn-RS" dirty="0"/>
                        <a:t>integer</a:t>
                      </a:r>
                    </a:p>
                    <a:p>
                      <a:pPr algn="l"/>
                      <a:endParaRPr lang="sr-Latn-RS" dirty="0"/>
                    </a:p>
                  </a:txBody>
                  <a:tcPr anchor="ctr"/>
                </a:tc>
                <a:tc>
                  <a:txBody>
                    <a:bodyPr/>
                    <a:lstStyle/>
                    <a:p>
                      <a:r>
                        <a:rPr lang="sr-Latn-RS" dirty="0"/>
                        <a:t>Kreditni rejting korisnika (po Američkom FICO standardu)</a:t>
                      </a:r>
                    </a:p>
                  </a:txBody>
                  <a:tcPr anchor="ctr"/>
                </a:tc>
                <a:extLst>
                  <a:ext uri="{0D108BD9-81ED-4DB2-BD59-A6C34878D82A}">
                    <a16:rowId xmlns:a16="http://schemas.microsoft.com/office/drawing/2014/main" val="3194098308"/>
                  </a:ext>
                </a:extLst>
              </a:tr>
              <a:tr h="521736">
                <a:tc>
                  <a:txBody>
                    <a:bodyPr/>
                    <a:lstStyle/>
                    <a:p>
                      <a:r>
                        <a:rPr lang="sr-Latn-RS" sz="1800" b="0" i="0" kern="1200" dirty="0">
                          <a:solidFill>
                            <a:schemeClr val="dk1"/>
                          </a:solidFill>
                          <a:effectLst/>
                          <a:latin typeface="+mn-lt"/>
                          <a:ea typeface="+mn-ea"/>
                          <a:cs typeface="+mn-cs"/>
                        </a:rPr>
                        <a:t>dti</a:t>
                      </a:r>
                      <a:endParaRPr lang="sr-Latn-RS" dirty="0"/>
                    </a:p>
                  </a:txBody>
                  <a:tcPr anchor="ctr"/>
                </a:tc>
                <a:tc>
                  <a:txBody>
                    <a:bodyPr/>
                    <a:lstStyle/>
                    <a:p>
                      <a:pPr algn="l"/>
                      <a:r>
                        <a:rPr lang="sr-Latn-RS" dirty="0"/>
                        <a:t>float</a:t>
                      </a:r>
                    </a:p>
                  </a:txBody>
                  <a:tcPr anchor="ctr"/>
                </a:tc>
                <a:tc>
                  <a:txBody>
                    <a:bodyPr/>
                    <a:lstStyle/>
                    <a:p>
                      <a:r>
                        <a:rPr lang="sr-Latn-RS" i="1" dirty="0"/>
                        <a:t>Debt-to-income </a:t>
                      </a:r>
                      <a:r>
                        <a:rPr lang="sr-Latn-RS" i="0" dirty="0"/>
                        <a:t>– racio pokazatelj koji daje odnos ukupnog zaduženja korisnika i njegovih prihoda </a:t>
                      </a:r>
                      <a:endParaRPr lang="sr-Latn-RS" i="1" dirty="0"/>
                    </a:p>
                  </a:txBody>
                  <a:tcPr anchor="ctr"/>
                </a:tc>
                <a:extLst>
                  <a:ext uri="{0D108BD9-81ED-4DB2-BD59-A6C34878D82A}">
                    <a16:rowId xmlns:a16="http://schemas.microsoft.com/office/drawing/2014/main" val="1466210856"/>
                  </a:ext>
                </a:extLst>
              </a:tr>
              <a:tr h="521736">
                <a:tc>
                  <a:txBody>
                    <a:bodyPr/>
                    <a:lstStyle/>
                    <a:p>
                      <a:r>
                        <a:rPr lang="sr-Latn-RS" sz="1800" b="0" i="0" kern="1200" dirty="0">
                          <a:solidFill>
                            <a:schemeClr val="dk1"/>
                          </a:solidFill>
                          <a:effectLst/>
                          <a:latin typeface="+mn-lt"/>
                          <a:ea typeface="+mn-ea"/>
                          <a:cs typeface="+mn-cs"/>
                        </a:rPr>
                        <a:t>revolving_utilization_origination</a:t>
                      </a:r>
                      <a:endParaRPr lang="sr-Latn-RS" dirty="0"/>
                    </a:p>
                  </a:txBody>
                  <a:tcPr anchor="ctr"/>
                </a:tc>
                <a:tc>
                  <a:txBody>
                    <a:bodyPr/>
                    <a:lstStyle/>
                    <a:p>
                      <a:pPr algn="l"/>
                      <a:r>
                        <a:rPr lang="sr-Latn-RS" dirty="0"/>
                        <a:t>float</a:t>
                      </a:r>
                    </a:p>
                  </a:txBody>
                  <a:tcPr anchor="ctr"/>
                </a:tc>
                <a:tc>
                  <a:txBody>
                    <a:bodyPr/>
                    <a:lstStyle/>
                    <a:p>
                      <a:r>
                        <a:rPr lang="sr-Latn-RS" dirty="0"/>
                        <a:t>Stepen iskorišćenosti kreditne kartice korisnika u trenutku prijave za pozajmicu (iskorišćena sredstva/ukupna sredstva)</a:t>
                      </a:r>
                    </a:p>
                  </a:txBody>
                  <a:tcPr anchor="ctr"/>
                </a:tc>
                <a:extLst>
                  <a:ext uri="{0D108BD9-81ED-4DB2-BD59-A6C34878D82A}">
                    <a16:rowId xmlns:a16="http://schemas.microsoft.com/office/drawing/2014/main" val="796035687"/>
                  </a:ext>
                </a:extLst>
              </a:tr>
            </a:tbl>
          </a:graphicData>
        </a:graphic>
      </p:graphicFrame>
    </p:spTree>
    <p:extLst>
      <p:ext uri="{BB962C8B-B14F-4D97-AF65-F5344CB8AC3E}">
        <p14:creationId xmlns:p14="http://schemas.microsoft.com/office/powerpoint/2010/main" val="324944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10805-CD68-3715-8350-4AFD4C70D6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79FC00-D22F-EDD7-3E6D-1BC9C6E5D7D3}"/>
              </a:ext>
            </a:extLst>
          </p:cNvPr>
          <p:cNvSpPr>
            <a:spLocks noGrp="1"/>
          </p:cNvSpPr>
          <p:nvPr>
            <p:ph type="title"/>
          </p:nvPr>
        </p:nvSpPr>
        <p:spPr>
          <a:xfrm>
            <a:off x="570015" y="354982"/>
            <a:ext cx="11051970" cy="946650"/>
          </a:xfrm>
        </p:spPr>
        <p:txBody>
          <a:bodyPr/>
          <a:lstStyle/>
          <a:p>
            <a:pPr algn="ctr"/>
            <a:r>
              <a:rPr lang="sr-Latn-RS" sz="4500" i="1" dirty="0">
                <a:solidFill>
                  <a:schemeClr val="accent6">
                    <a:lumMod val="90000"/>
                  </a:schemeClr>
                </a:solidFill>
              </a:rPr>
              <a:t>origination_data-2.csv</a:t>
            </a:r>
            <a:endParaRPr lang="sr-Latn-RS" sz="4500" i="1" dirty="0"/>
          </a:p>
        </p:txBody>
      </p:sp>
      <p:sp>
        <p:nvSpPr>
          <p:cNvPr id="8" name="Footer Placeholder 7">
            <a:extLst>
              <a:ext uri="{FF2B5EF4-FFF2-40B4-BE49-F238E27FC236}">
                <a16:creationId xmlns:a16="http://schemas.microsoft.com/office/drawing/2014/main" id="{0F9A45D3-6941-D2DC-34C2-171982C26C3B}"/>
              </a:ext>
            </a:extLst>
          </p:cNvPr>
          <p:cNvSpPr>
            <a:spLocks noGrp="1"/>
          </p:cNvSpPr>
          <p:nvPr>
            <p:ph type="ftr" sz="quarter" idx="22"/>
          </p:nvPr>
        </p:nvSpPr>
        <p:spPr/>
        <p:txBody>
          <a:bodyPr/>
          <a:lstStyle/>
          <a:p>
            <a:r>
              <a:rPr lang="sr-Latn-RS" dirty="0">
                <a:solidFill>
                  <a:schemeClr val="accent6"/>
                </a:solidFill>
              </a:rPr>
              <a:t>Analiza kreditnog portfolia</a:t>
            </a:r>
            <a:endParaRPr lang="en-US" dirty="0">
              <a:solidFill>
                <a:schemeClr val="accent6"/>
              </a:solidFill>
            </a:endParaRPr>
          </a:p>
        </p:txBody>
      </p:sp>
      <p:sp>
        <p:nvSpPr>
          <p:cNvPr id="9" name="Slide Number Placeholder 8">
            <a:extLst>
              <a:ext uri="{FF2B5EF4-FFF2-40B4-BE49-F238E27FC236}">
                <a16:creationId xmlns:a16="http://schemas.microsoft.com/office/drawing/2014/main" id="{4E299644-9E0D-21AB-EC1A-2E817C5B03FC}"/>
              </a:ext>
            </a:extLst>
          </p:cNvPr>
          <p:cNvSpPr>
            <a:spLocks noGrp="1"/>
          </p:cNvSpPr>
          <p:nvPr>
            <p:ph type="sldNum" sz="quarter" idx="23"/>
          </p:nvPr>
        </p:nvSpPr>
        <p:spPr/>
        <p:txBody>
          <a:bodyPr/>
          <a:lstStyle/>
          <a:p>
            <a:fld id="{295C7AAE-A677-454A-8BDB-62A0650ACE98}" type="slidenum">
              <a:rPr lang="en-US" smtClean="0"/>
              <a:pPr/>
              <a:t>9</a:t>
            </a:fld>
            <a:endParaRPr lang="en-US" dirty="0"/>
          </a:p>
        </p:txBody>
      </p:sp>
      <p:graphicFrame>
        <p:nvGraphicFramePr>
          <p:cNvPr id="12" name="Table 11">
            <a:extLst>
              <a:ext uri="{FF2B5EF4-FFF2-40B4-BE49-F238E27FC236}">
                <a16:creationId xmlns:a16="http://schemas.microsoft.com/office/drawing/2014/main" id="{AB8AF7AD-0976-6A88-7775-A16DB9FFF246}"/>
              </a:ext>
            </a:extLst>
          </p:cNvPr>
          <p:cNvGraphicFramePr>
            <a:graphicFrameLocks noGrp="1"/>
          </p:cNvGraphicFramePr>
          <p:nvPr>
            <p:extLst>
              <p:ext uri="{D42A27DB-BD31-4B8C-83A1-F6EECF244321}">
                <p14:modId xmlns:p14="http://schemas.microsoft.com/office/powerpoint/2010/main" val="1879129902"/>
              </p:ext>
            </p:extLst>
          </p:nvPr>
        </p:nvGraphicFramePr>
        <p:xfrm>
          <a:off x="864243" y="1301632"/>
          <a:ext cx="10463514" cy="4569402"/>
        </p:xfrm>
        <a:graphic>
          <a:graphicData uri="http://schemas.openxmlformats.org/drawingml/2006/table">
            <a:tbl>
              <a:tblPr firstRow="1" bandRow="1">
                <a:tableStyleId>{C4B1156A-380E-4F78-BDF5-A606A8083BF9}</a:tableStyleId>
              </a:tblPr>
              <a:tblGrid>
                <a:gridCol w="2723909">
                  <a:extLst>
                    <a:ext uri="{9D8B030D-6E8A-4147-A177-3AD203B41FA5}">
                      <a16:colId xmlns:a16="http://schemas.microsoft.com/office/drawing/2014/main" val="3637514781"/>
                    </a:ext>
                  </a:extLst>
                </a:gridCol>
                <a:gridCol w="3032567">
                  <a:extLst>
                    <a:ext uri="{9D8B030D-6E8A-4147-A177-3AD203B41FA5}">
                      <a16:colId xmlns:a16="http://schemas.microsoft.com/office/drawing/2014/main" val="4043018390"/>
                    </a:ext>
                  </a:extLst>
                </a:gridCol>
                <a:gridCol w="4707038">
                  <a:extLst>
                    <a:ext uri="{9D8B030D-6E8A-4147-A177-3AD203B41FA5}">
                      <a16:colId xmlns:a16="http://schemas.microsoft.com/office/drawing/2014/main" val="755714156"/>
                    </a:ext>
                  </a:extLst>
                </a:gridCol>
              </a:tblGrid>
              <a:tr h="521736">
                <a:tc>
                  <a:txBody>
                    <a:bodyPr/>
                    <a:lstStyle/>
                    <a:p>
                      <a:pPr algn="ctr"/>
                      <a:r>
                        <a:rPr lang="sr-Latn-RS" dirty="0"/>
                        <a:t>Naziv</a:t>
                      </a:r>
                    </a:p>
                  </a:txBody>
                  <a:tcPr anchor="ctr"/>
                </a:tc>
                <a:tc>
                  <a:txBody>
                    <a:bodyPr/>
                    <a:lstStyle/>
                    <a:p>
                      <a:pPr algn="ctr"/>
                      <a:r>
                        <a:rPr lang="sr-Latn-RS" dirty="0"/>
                        <a:t>Tip podataka</a:t>
                      </a:r>
                    </a:p>
                  </a:txBody>
                  <a:tcPr anchor="ctr"/>
                </a:tc>
                <a:tc>
                  <a:txBody>
                    <a:bodyPr/>
                    <a:lstStyle/>
                    <a:p>
                      <a:pPr algn="ctr"/>
                      <a:r>
                        <a:rPr lang="sr-Latn-RS" dirty="0"/>
                        <a:t>Značenje</a:t>
                      </a:r>
                    </a:p>
                  </a:txBody>
                  <a:tcPr anchor="ctr"/>
                </a:tc>
                <a:extLst>
                  <a:ext uri="{0D108BD9-81ED-4DB2-BD59-A6C34878D82A}">
                    <a16:rowId xmlns:a16="http://schemas.microsoft.com/office/drawing/2014/main" val="1118075933"/>
                  </a:ext>
                </a:extLst>
              </a:tr>
              <a:tr h="410546">
                <a:tc>
                  <a:txBody>
                    <a:bodyPr/>
                    <a:lstStyle/>
                    <a:p>
                      <a:r>
                        <a:rPr lang="sr-Latn-RS" sz="1800" b="0" i="0" kern="1200" dirty="0">
                          <a:solidFill>
                            <a:schemeClr val="dk1"/>
                          </a:solidFill>
                          <a:effectLst/>
                          <a:latin typeface="+mn-lt"/>
                          <a:ea typeface="+mn-ea"/>
                          <a:cs typeface="+mn-cs"/>
                        </a:rPr>
                        <a:t>credit_inquiries_12m</a:t>
                      </a:r>
                      <a:endParaRPr lang="sr-Latn-RS" dirty="0"/>
                    </a:p>
                  </a:txBody>
                  <a:tcPr anchor="ctr"/>
                </a:tc>
                <a:tc>
                  <a:txBody>
                    <a:bodyPr/>
                    <a:lstStyle/>
                    <a:p>
                      <a:r>
                        <a:rPr lang="sr-Latn-RS" dirty="0"/>
                        <a:t> integer</a:t>
                      </a:r>
                    </a:p>
                  </a:txBody>
                  <a:tcPr anchor="ctr"/>
                </a:tc>
                <a:tc>
                  <a:txBody>
                    <a:bodyPr/>
                    <a:lstStyle/>
                    <a:p>
                      <a:r>
                        <a:rPr lang="sr-Latn-RS" dirty="0"/>
                        <a:t>Broj zahteva za podizanje kredita u poslednjih 12 meseci</a:t>
                      </a:r>
                    </a:p>
                  </a:txBody>
                  <a:tcPr anchor="ctr"/>
                </a:tc>
                <a:extLst>
                  <a:ext uri="{0D108BD9-81ED-4DB2-BD59-A6C34878D82A}">
                    <a16:rowId xmlns:a16="http://schemas.microsoft.com/office/drawing/2014/main" val="2533103760"/>
                  </a:ext>
                </a:extLst>
              </a:tr>
              <a:tr h="462987">
                <a:tc>
                  <a:txBody>
                    <a:bodyPr/>
                    <a:lstStyle/>
                    <a:p>
                      <a:r>
                        <a:rPr lang="sr-Latn-RS" sz="1800" b="0" i="0" kern="1200" dirty="0">
                          <a:solidFill>
                            <a:schemeClr val="dk1"/>
                          </a:solidFill>
                          <a:effectLst/>
                          <a:latin typeface="+mn-lt"/>
                          <a:ea typeface="+mn-ea"/>
                          <a:cs typeface="+mn-cs"/>
                        </a:rPr>
                        <a:t>deterioration_pattern</a:t>
                      </a:r>
                      <a:endParaRPr lang="sr-Latn-RS" dirty="0"/>
                    </a:p>
                  </a:txBody>
                  <a:tcPr anchor="ctr"/>
                </a:tc>
                <a:tc>
                  <a:txBody>
                    <a:bodyPr/>
                    <a:lstStyle/>
                    <a:p>
                      <a:r>
                        <a:rPr lang="sr-Latn-RS" dirty="0"/>
                        <a:t>string (kategoričko polje)</a:t>
                      </a:r>
                    </a:p>
                  </a:txBody>
                  <a:tcPr anchor="ctr"/>
                </a:tc>
                <a:tc>
                  <a:txBody>
                    <a:bodyPr/>
                    <a:lstStyle/>
                    <a:p>
                      <a:r>
                        <a:rPr lang="sr-Latn-RS" dirty="0"/>
                        <a:t>Trend korisnikovog dosadašnjeg  izmirivanja dugova i kretanja njegovog kreditnog rejtinga.  (moguće vrednosti su stable, gradual_decline, sudden_shock i credit_seeking)</a:t>
                      </a:r>
                    </a:p>
                  </a:txBody>
                  <a:tcPr anchor="ctr"/>
                </a:tc>
                <a:extLst>
                  <a:ext uri="{0D108BD9-81ED-4DB2-BD59-A6C34878D82A}">
                    <a16:rowId xmlns:a16="http://schemas.microsoft.com/office/drawing/2014/main" val="692726652"/>
                  </a:ext>
                </a:extLst>
              </a:tr>
              <a:tr h="416689">
                <a:tc>
                  <a:txBody>
                    <a:bodyPr/>
                    <a:lstStyle/>
                    <a:p>
                      <a:r>
                        <a:rPr lang="sr-Latn-RS" dirty="0"/>
                        <a:t>default_12m</a:t>
                      </a:r>
                    </a:p>
                  </a:txBody>
                  <a:tcPr anchor="ctr"/>
                </a:tc>
                <a:tc>
                  <a:txBody>
                    <a:bodyPr/>
                    <a:lstStyle/>
                    <a:p>
                      <a:r>
                        <a:rPr lang="sr-Latn-RS" dirty="0"/>
                        <a:t>integer (binary)</a:t>
                      </a:r>
                    </a:p>
                  </a:txBody>
                  <a:tcPr anchor="ctr"/>
                </a:tc>
                <a:tc>
                  <a:txBody>
                    <a:bodyPr/>
                    <a:lstStyle/>
                    <a:p>
                      <a:r>
                        <a:rPr lang="sr-Latn-RS" dirty="0"/>
                        <a:t>Klasifikaciono polje koje govori da li je korisnik u roku od 12m od uzimanja kredita završio u defaultu</a:t>
                      </a:r>
                    </a:p>
                  </a:txBody>
                  <a:tcPr anchor="ctr"/>
                </a:tc>
                <a:extLst>
                  <a:ext uri="{0D108BD9-81ED-4DB2-BD59-A6C34878D82A}">
                    <a16:rowId xmlns:a16="http://schemas.microsoft.com/office/drawing/2014/main" val="2294820159"/>
                  </a:ext>
                </a:extLst>
              </a:tr>
              <a:tr h="636607">
                <a:tc>
                  <a:txBody>
                    <a:bodyPr/>
                    <a:lstStyle/>
                    <a:p>
                      <a:r>
                        <a:rPr lang="sr-Latn-RS" dirty="0"/>
                        <a:t>vintage_year</a:t>
                      </a:r>
                    </a:p>
                  </a:txBody>
                  <a:tcPr anchor="ctr"/>
                </a:tc>
                <a:tc>
                  <a:txBody>
                    <a:bodyPr/>
                    <a:lstStyle/>
                    <a:p>
                      <a:r>
                        <a:rPr lang="sr-Latn-RS" dirty="0"/>
                        <a:t>integer </a:t>
                      </a:r>
                    </a:p>
                  </a:txBody>
                  <a:tcPr anchor="ctr"/>
                </a:tc>
                <a:tc>
                  <a:txBody>
                    <a:bodyPr/>
                    <a:lstStyle/>
                    <a:p>
                      <a:r>
                        <a:rPr lang="sr-Latn-RS" i="0" dirty="0"/>
                        <a:t>Godina odobrenja kredita </a:t>
                      </a:r>
                    </a:p>
                  </a:txBody>
                  <a:tcPr anchor="ctr"/>
                </a:tc>
                <a:extLst>
                  <a:ext uri="{0D108BD9-81ED-4DB2-BD59-A6C34878D82A}">
                    <a16:rowId xmlns:a16="http://schemas.microsoft.com/office/drawing/2014/main" val="333113789"/>
                  </a:ext>
                </a:extLst>
              </a:tr>
              <a:tr h="667859">
                <a:tc>
                  <a:txBody>
                    <a:bodyPr/>
                    <a:lstStyle/>
                    <a:p>
                      <a:r>
                        <a:rPr lang="sr-Latn-RS" sz="1800" b="0" i="0" kern="1200" dirty="0">
                          <a:solidFill>
                            <a:schemeClr val="dk1"/>
                          </a:solidFill>
                          <a:effectLst/>
                          <a:latin typeface="+mn-lt"/>
                          <a:ea typeface="+mn-ea"/>
                          <a:cs typeface="+mn-cs"/>
                        </a:rPr>
                        <a:t>vintage_month</a:t>
                      </a:r>
                      <a:endParaRPr lang="sr-Latn-R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r-Latn-RS" dirty="0"/>
                        <a:t>string (yyyy-mm)</a:t>
                      </a:r>
                    </a:p>
                    <a:p>
                      <a:endParaRPr lang="sr-Latn-RS" dirty="0"/>
                    </a:p>
                  </a:txBody>
                  <a:tcPr anchor="ctr"/>
                </a:tc>
                <a:tc>
                  <a:txBody>
                    <a:bodyPr/>
                    <a:lstStyle/>
                    <a:p>
                      <a:r>
                        <a:rPr lang="sr-Latn-RS" dirty="0"/>
                        <a:t>Mesec odobrenja kredita</a:t>
                      </a:r>
                    </a:p>
                  </a:txBody>
                  <a:tcPr anchor="ctr"/>
                </a:tc>
                <a:extLst>
                  <a:ext uri="{0D108BD9-81ED-4DB2-BD59-A6C34878D82A}">
                    <a16:rowId xmlns:a16="http://schemas.microsoft.com/office/drawing/2014/main" val="3194098308"/>
                  </a:ext>
                </a:extLst>
              </a:tr>
            </a:tbl>
          </a:graphicData>
        </a:graphic>
      </p:graphicFrame>
    </p:spTree>
    <p:extLst>
      <p:ext uri="{BB962C8B-B14F-4D97-AF65-F5344CB8AC3E}">
        <p14:creationId xmlns:p14="http://schemas.microsoft.com/office/powerpoint/2010/main" val="3424392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7BC18-B5C8-9939-AC10-847DE896BB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9EDBFC-6E68-EA8D-F848-70327E1650C9}"/>
              </a:ext>
            </a:extLst>
          </p:cNvPr>
          <p:cNvSpPr>
            <a:spLocks noGrp="1"/>
          </p:cNvSpPr>
          <p:nvPr>
            <p:ph type="title"/>
          </p:nvPr>
        </p:nvSpPr>
        <p:spPr>
          <a:xfrm>
            <a:off x="570015" y="354982"/>
            <a:ext cx="11051970" cy="946650"/>
          </a:xfrm>
        </p:spPr>
        <p:txBody>
          <a:bodyPr/>
          <a:lstStyle/>
          <a:p>
            <a:pPr algn="ctr"/>
            <a:r>
              <a:rPr lang="sr-Latn-RS" sz="4500" i="1" dirty="0">
                <a:solidFill>
                  <a:schemeClr val="accent6">
                    <a:lumMod val="90000"/>
                  </a:schemeClr>
                </a:solidFill>
              </a:rPr>
              <a:t>monthly_performance</a:t>
            </a:r>
            <a:r>
              <a:rPr lang="en-US" sz="4500" i="1" dirty="0">
                <a:solidFill>
                  <a:schemeClr val="accent6">
                    <a:lumMod val="90000"/>
                  </a:schemeClr>
                </a:solidFill>
              </a:rPr>
              <a:t>-2</a:t>
            </a:r>
            <a:r>
              <a:rPr lang="sr-Latn-RS" sz="4500" i="1" dirty="0">
                <a:solidFill>
                  <a:schemeClr val="accent6">
                    <a:lumMod val="90000"/>
                  </a:schemeClr>
                </a:solidFill>
              </a:rPr>
              <a:t>.csv</a:t>
            </a:r>
            <a:endParaRPr lang="sr-Latn-RS" sz="4500" i="1" dirty="0"/>
          </a:p>
        </p:txBody>
      </p:sp>
      <p:sp>
        <p:nvSpPr>
          <p:cNvPr id="8" name="Footer Placeholder 7">
            <a:extLst>
              <a:ext uri="{FF2B5EF4-FFF2-40B4-BE49-F238E27FC236}">
                <a16:creationId xmlns:a16="http://schemas.microsoft.com/office/drawing/2014/main" id="{F2FBBC0A-B1CE-5F67-7E84-FD8E79429276}"/>
              </a:ext>
            </a:extLst>
          </p:cNvPr>
          <p:cNvSpPr>
            <a:spLocks noGrp="1"/>
          </p:cNvSpPr>
          <p:nvPr>
            <p:ph type="ftr" sz="quarter" idx="22"/>
          </p:nvPr>
        </p:nvSpPr>
        <p:spPr/>
        <p:txBody>
          <a:bodyPr/>
          <a:lstStyle/>
          <a:p>
            <a:r>
              <a:rPr lang="sr-Latn-RS" dirty="0">
                <a:solidFill>
                  <a:schemeClr val="accent6"/>
                </a:solidFill>
              </a:rPr>
              <a:t>Analiza kreditnog portfolia</a:t>
            </a:r>
            <a:endParaRPr lang="en-US" dirty="0">
              <a:solidFill>
                <a:schemeClr val="accent6"/>
              </a:solidFill>
            </a:endParaRPr>
          </a:p>
        </p:txBody>
      </p:sp>
      <p:sp>
        <p:nvSpPr>
          <p:cNvPr id="9" name="Slide Number Placeholder 8">
            <a:extLst>
              <a:ext uri="{FF2B5EF4-FFF2-40B4-BE49-F238E27FC236}">
                <a16:creationId xmlns:a16="http://schemas.microsoft.com/office/drawing/2014/main" id="{2347B894-F349-7215-EE56-72D36F211589}"/>
              </a:ext>
            </a:extLst>
          </p:cNvPr>
          <p:cNvSpPr>
            <a:spLocks noGrp="1"/>
          </p:cNvSpPr>
          <p:nvPr>
            <p:ph type="sldNum" sz="quarter" idx="23"/>
          </p:nvPr>
        </p:nvSpPr>
        <p:spPr/>
        <p:txBody>
          <a:bodyPr/>
          <a:lstStyle/>
          <a:p>
            <a:fld id="{295C7AAE-A677-454A-8BDB-62A0650ACE98}" type="slidenum">
              <a:rPr lang="en-US" smtClean="0"/>
              <a:pPr/>
              <a:t>10</a:t>
            </a:fld>
            <a:endParaRPr lang="en-US" dirty="0"/>
          </a:p>
        </p:txBody>
      </p:sp>
      <p:graphicFrame>
        <p:nvGraphicFramePr>
          <p:cNvPr id="12" name="Table 11">
            <a:extLst>
              <a:ext uri="{FF2B5EF4-FFF2-40B4-BE49-F238E27FC236}">
                <a16:creationId xmlns:a16="http://schemas.microsoft.com/office/drawing/2014/main" id="{951789A3-6683-F1AD-670F-8667E114FD46}"/>
              </a:ext>
            </a:extLst>
          </p:cNvPr>
          <p:cNvGraphicFramePr>
            <a:graphicFrameLocks noGrp="1"/>
          </p:cNvGraphicFramePr>
          <p:nvPr>
            <p:extLst>
              <p:ext uri="{D42A27DB-BD31-4B8C-83A1-F6EECF244321}">
                <p14:modId xmlns:p14="http://schemas.microsoft.com/office/powerpoint/2010/main" val="3446016775"/>
              </p:ext>
            </p:extLst>
          </p:nvPr>
        </p:nvGraphicFramePr>
        <p:xfrm>
          <a:off x="864243" y="1301632"/>
          <a:ext cx="10463514" cy="4675533"/>
        </p:xfrm>
        <a:graphic>
          <a:graphicData uri="http://schemas.openxmlformats.org/drawingml/2006/table">
            <a:tbl>
              <a:tblPr firstRow="1" bandRow="1">
                <a:tableStyleId>{C4B1156A-380E-4F78-BDF5-A606A8083BF9}</a:tableStyleId>
              </a:tblPr>
              <a:tblGrid>
                <a:gridCol w="2723909">
                  <a:extLst>
                    <a:ext uri="{9D8B030D-6E8A-4147-A177-3AD203B41FA5}">
                      <a16:colId xmlns:a16="http://schemas.microsoft.com/office/drawing/2014/main" val="3637514781"/>
                    </a:ext>
                  </a:extLst>
                </a:gridCol>
                <a:gridCol w="3032567">
                  <a:extLst>
                    <a:ext uri="{9D8B030D-6E8A-4147-A177-3AD203B41FA5}">
                      <a16:colId xmlns:a16="http://schemas.microsoft.com/office/drawing/2014/main" val="4043018390"/>
                    </a:ext>
                  </a:extLst>
                </a:gridCol>
                <a:gridCol w="4707038">
                  <a:extLst>
                    <a:ext uri="{9D8B030D-6E8A-4147-A177-3AD203B41FA5}">
                      <a16:colId xmlns:a16="http://schemas.microsoft.com/office/drawing/2014/main" val="755714156"/>
                    </a:ext>
                  </a:extLst>
                </a:gridCol>
              </a:tblGrid>
              <a:tr h="521736">
                <a:tc>
                  <a:txBody>
                    <a:bodyPr/>
                    <a:lstStyle/>
                    <a:p>
                      <a:pPr algn="ctr"/>
                      <a:r>
                        <a:rPr lang="sr-Latn-RS" dirty="0"/>
                        <a:t>Naziv</a:t>
                      </a:r>
                    </a:p>
                  </a:txBody>
                  <a:tcPr anchor="ctr"/>
                </a:tc>
                <a:tc>
                  <a:txBody>
                    <a:bodyPr/>
                    <a:lstStyle/>
                    <a:p>
                      <a:pPr algn="ctr"/>
                      <a:r>
                        <a:rPr lang="sr-Latn-RS" dirty="0"/>
                        <a:t>Tip podataka</a:t>
                      </a:r>
                    </a:p>
                  </a:txBody>
                  <a:tcPr anchor="ctr"/>
                </a:tc>
                <a:tc>
                  <a:txBody>
                    <a:bodyPr/>
                    <a:lstStyle/>
                    <a:p>
                      <a:pPr algn="ctr"/>
                      <a:r>
                        <a:rPr lang="sr-Latn-RS" dirty="0"/>
                        <a:t>Značenje</a:t>
                      </a:r>
                    </a:p>
                  </a:txBody>
                  <a:tcPr anchor="ctr"/>
                </a:tc>
                <a:extLst>
                  <a:ext uri="{0D108BD9-81ED-4DB2-BD59-A6C34878D82A}">
                    <a16:rowId xmlns:a16="http://schemas.microsoft.com/office/drawing/2014/main" val="1118075933"/>
                  </a:ext>
                </a:extLst>
              </a:tr>
              <a:tr h="410546">
                <a:tc>
                  <a:txBody>
                    <a:bodyPr/>
                    <a:lstStyle/>
                    <a:p>
                      <a:r>
                        <a:rPr lang="en-US" sz="1800" b="0" i="0" kern="1200" dirty="0" err="1">
                          <a:solidFill>
                            <a:schemeClr val="dk1"/>
                          </a:solidFill>
                          <a:effectLst/>
                          <a:latin typeface="+mn-lt"/>
                          <a:ea typeface="+mn-ea"/>
                          <a:cs typeface="+mn-cs"/>
                        </a:rPr>
                        <a:t>customer_id</a:t>
                      </a:r>
                      <a:endParaRPr lang="sr-Latn-RS" dirty="0"/>
                    </a:p>
                  </a:txBody>
                  <a:tcPr anchor="ctr"/>
                </a:tc>
                <a:tc>
                  <a:txBody>
                    <a:bodyPr/>
                    <a:lstStyle/>
                    <a:p>
                      <a:r>
                        <a:rPr lang="sr-Latn-RS" dirty="0"/>
                        <a:t> string</a:t>
                      </a:r>
                    </a:p>
                  </a:txBody>
                  <a:tcPr anchor="ctr"/>
                </a:tc>
                <a:tc>
                  <a:txBody>
                    <a:bodyPr/>
                    <a:lstStyle/>
                    <a:p>
                      <a:r>
                        <a:rPr lang="sr-Latn-RS" dirty="0"/>
                        <a:t>Identifikaciona oznaka korisnika</a:t>
                      </a:r>
                    </a:p>
                  </a:txBody>
                  <a:tcPr anchor="ctr"/>
                </a:tc>
                <a:extLst>
                  <a:ext uri="{0D108BD9-81ED-4DB2-BD59-A6C34878D82A}">
                    <a16:rowId xmlns:a16="http://schemas.microsoft.com/office/drawing/2014/main" val="2533103760"/>
                  </a:ext>
                </a:extLst>
              </a:tr>
              <a:tr h="462987">
                <a:tc>
                  <a:txBody>
                    <a:bodyPr/>
                    <a:lstStyle/>
                    <a:p>
                      <a:r>
                        <a:rPr lang="sr-Latn-RS" sz="1800" b="0" i="0" kern="1200" dirty="0">
                          <a:solidFill>
                            <a:schemeClr val="dk1"/>
                          </a:solidFill>
                          <a:effectLst/>
                          <a:latin typeface="+mn-lt"/>
                          <a:ea typeface="+mn-ea"/>
                          <a:cs typeface="+mn-cs"/>
                        </a:rPr>
                        <a:t>observation_month</a:t>
                      </a:r>
                      <a:endParaRPr lang="sr-Latn-R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r-Latn-RS" dirty="0"/>
                        <a:t>string (yyyy-mm)</a:t>
                      </a:r>
                    </a:p>
                  </a:txBody>
                  <a:tcPr anchor="ctr"/>
                </a:tc>
                <a:tc>
                  <a:txBody>
                    <a:bodyPr/>
                    <a:lstStyle/>
                    <a:p>
                      <a:r>
                        <a:rPr lang="sr-Latn-RS" dirty="0"/>
                        <a:t>Mesec beleženja podataka</a:t>
                      </a:r>
                    </a:p>
                  </a:txBody>
                  <a:tcPr anchor="ctr"/>
                </a:tc>
                <a:extLst>
                  <a:ext uri="{0D108BD9-81ED-4DB2-BD59-A6C34878D82A}">
                    <a16:rowId xmlns:a16="http://schemas.microsoft.com/office/drawing/2014/main" val="692726652"/>
                  </a:ext>
                </a:extLst>
              </a:tr>
              <a:tr h="416689">
                <a:tc>
                  <a:txBody>
                    <a:bodyPr/>
                    <a:lstStyle/>
                    <a:p>
                      <a:r>
                        <a:rPr lang="sr-Latn-RS" sz="1800" b="0" i="0" kern="1200" dirty="0">
                          <a:solidFill>
                            <a:schemeClr val="dk1"/>
                          </a:solidFill>
                          <a:effectLst/>
                          <a:latin typeface="+mn-lt"/>
                          <a:ea typeface="+mn-ea"/>
                          <a:cs typeface="+mn-cs"/>
                        </a:rPr>
                        <a:t>dpd_current</a:t>
                      </a:r>
                      <a:endParaRPr lang="sr-Latn-RS" dirty="0"/>
                    </a:p>
                  </a:txBody>
                  <a:tcPr anchor="ctr"/>
                </a:tc>
                <a:tc>
                  <a:txBody>
                    <a:bodyPr/>
                    <a:lstStyle/>
                    <a:p>
                      <a:r>
                        <a:rPr lang="sr-Latn-RS" dirty="0"/>
                        <a:t>integer</a:t>
                      </a:r>
                    </a:p>
                  </a:txBody>
                  <a:tcPr anchor="ctr"/>
                </a:tc>
                <a:tc>
                  <a:txBody>
                    <a:bodyPr/>
                    <a:lstStyle/>
                    <a:p>
                      <a:r>
                        <a:rPr lang="sr-Latn-RS" i="1" dirty="0"/>
                        <a:t>Days past due – </a:t>
                      </a:r>
                      <a:r>
                        <a:rPr lang="sr-Latn-RS" i="0" dirty="0"/>
                        <a:t>period kašnjenja isplate rata, izražen u danima (0, 30, 60, 90+)</a:t>
                      </a:r>
                      <a:endParaRPr lang="sr-Latn-RS" i="1" dirty="0"/>
                    </a:p>
                  </a:txBody>
                  <a:tcPr anchor="ctr"/>
                </a:tc>
                <a:extLst>
                  <a:ext uri="{0D108BD9-81ED-4DB2-BD59-A6C34878D82A}">
                    <a16:rowId xmlns:a16="http://schemas.microsoft.com/office/drawing/2014/main" val="2294820159"/>
                  </a:ext>
                </a:extLst>
              </a:tr>
              <a:tr h="636607">
                <a:tc>
                  <a:txBody>
                    <a:bodyPr/>
                    <a:lstStyle/>
                    <a:p>
                      <a:r>
                        <a:rPr lang="sr-Latn-RS" sz="1800" b="0" i="0" kern="1200" dirty="0">
                          <a:solidFill>
                            <a:schemeClr val="dk1"/>
                          </a:solidFill>
                          <a:effectLst/>
                          <a:latin typeface="+mn-lt"/>
                          <a:ea typeface="+mn-ea"/>
                          <a:cs typeface="+mn-cs"/>
                        </a:rPr>
                        <a:t>payment_made</a:t>
                      </a:r>
                      <a:endParaRPr lang="sr-Latn-RS" dirty="0"/>
                    </a:p>
                  </a:txBody>
                  <a:tcPr anchor="ctr"/>
                </a:tc>
                <a:tc>
                  <a:txBody>
                    <a:bodyPr/>
                    <a:lstStyle/>
                    <a:p>
                      <a:r>
                        <a:rPr lang="sr-Latn-RS" dirty="0"/>
                        <a:t>integer (binary)</a:t>
                      </a:r>
                    </a:p>
                  </a:txBody>
                  <a:tcPr anchor="ctr"/>
                </a:tc>
                <a:tc>
                  <a:txBody>
                    <a:bodyPr/>
                    <a:lstStyle/>
                    <a:p>
                      <a:r>
                        <a:rPr lang="sr-Latn-RS" i="0" dirty="0"/>
                        <a:t>Oznaka da li je korisnik platio tekuću ratu kredita</a:t>
                      </a:r>
                    </a:p>
                  </a:txBody>
                  <a:tcPr anchor="ctr"/>
                </a:tc>
                <a:extLst>
                  <a:ext uri="{0D108BD9-81ED-4DB2-BD59-A6C34878D82A}">
                    <a16:rowId xmlns:a16="http://schemas.microsoft.com/office/drawing/2014/main" val="333113789"/>
                  </a:ext>
                </a:extLst>
              </a:tr>
              <a:tr h="667859">
                <a:tc>
                  <a:txBody>
                    <a:bodyPr/>
                    <a:lstStyle/>
                    <a:p>
                      <a:r>
                        <a:rPr lang="sr-Latn-RS" sz="1800" b="0" i="0" kern="1200" dirty="0">
                          <a:solidFill>
                            <a:schemeClr val="dk1"/>
                          </a:solidFill>
                          <a:effectLst/>
                          <a:latin typeface="+mn-lt"/>
                          <a:ea typeface="+mn-ea"/>
                          <a:cs typeface="+mn-cs"/>
                        </a:rPr>
                        <a:t>payment_amount</a:t>
                      </a:r>
                      <a:endParaRPr lang="sr-Latn-R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r-Latn-RS" dirty="0"/>
                        <a:t>float</a:t>
                      </a:r>
                    </a:p>
                    <a:p>
                      <a:endParaRPr lang="sr-Latn-RS" dirty="0"/>
                    </a:p>
                  </a:txBody>
                  <a:tcPr anchor="ctr"/>
                </a:tc>
                <a:tc>
                  <a:txBody>
                    <a:bodyPr/>
                    <a:lstStyle/>
                    <a:p>
                      <a:r>
                        <a:rPr lang="sr-Latn-RS" sz="1800" b="0" i="0" kern="1200" dirty="0">
                          <a:solidFill>
                            <a:schemeClr val="dk1"/>
                          </a:solidFill>
                          <a:effectLst/>
                          <a:latin typeface="+mn-lt"/>
                          <a:ea typeface="+mn-ea"/>
                          <a:cs typeface="+mn-cs"/>
                        </a:rPr>
                        <a:t>Visina uplate u tekućem mesecu</a:t>
                      </a:r>
                      <a:endParaRPr lang="sr-Latn-RS" dirty="0"/>
                    </a:p>
                  </a:txBody>
                  <a:tcPr anchor="ctr"/>
                </a:tc>
                <a:extLst>
                  <a:ext uri="{0D108BD9-81ED-4DB2-BD59-A6C34878D82A}">
                    <a16:rowId xmlns:a16="http://schemas.microsoft.com/office/drawing/2014/main" val="3194098308"/>
                  </a:ext>
                </a:extLst>
              </a:tr>
              <a:tr h="667859">
                <a:tc>
                  <a:txBody>
                    <a:bodyPr/>
                    <a:lstStyle/>
                    <a:p>
                      <a:r>
                        <a:rPr lang="sr-Latn-RS" sz="1800" b="0" i="0" kern="1200" dirty="0">
                          <a:solidFill>
                            <a:schemeClr val="dk1"/>
                          </a:solidFill>
                          <a:effectLst/>
                          <a:latin typeface="+mn-lt"/>
                          <a:ea typeface="+mn-ea"/>
                          <a:cs typeface="+mn-cs"/>
                        </a:rPr>
                        <a:t>scheduled_emi</a:t>
                      </a:r>
                      <a:endParaRPr lang="sr-Latn-RS" dirty="0"/>
                    </a:p>
                  </a:txBody>
                  <a:tcPr anchor="ctr"/>
                </a:tc>
                <a:tc>
                  <a:txBody>
                    <a:bodyPr/>
                    <a:lstStyle/>
                    <a:p>
                      <a:r>
                        <a:rPr lang="sr-Latn-RS" dirty="0"/>
                        <a:t>float</a:t>
                      </a:r>
                    </a:p>
                  </a:txBody>
                  <a:tcPr anchor="ctr"/>
                </a:tc>
                <a:tc>
                  <a:txBody>
                    <a:bodyPr/>
                    <a:lstStyle/>
                    <a:p>
                      <a:r>
                        <a:rPr lang="sr-Latn-RS" dirty="0"/>
                        <a:t>Očekivana visina rate</a:t>
                      </a:r>
                    </a:p>
                  </a:txBody>
                  <a:tcPr anchor="ctr"/>
                </a:tc>
                <a:extLst>
                  <a:ext uri="{0D108BD9-81ED-4DB2-BD59-A6C34878D82A}">
                    <a16:rowId xmlns:a16="http://schemas.microsoft.com/office/drawing/2014/main" val="3870273062"/>
                  </a:ext>
                </a:extLst>
              </a:tr>
              <a:tr h="667859">
                <a:tc>
                  <a:txBody>
                    <a:bodyPr/>
                    <a:lstStyle/>
                    <a:p>
                      <a:r>
                        <a:rPr lang="sr-Latn-RS" sz="1800" b="0" i="0" kern="1200" dirty="0">
                          <a:solidFill>
                            <a:schemeClr val="dk1"/>
                          </a:solidFill>
                          <a:effectLst/>
                          <a:latin typeface="+mn-lt"/>
                          <a:ea typeface="+mn-ea"/>
                          <a:cs typeface="+mn-cs"/>
                        </a:rPr>
                        <a:t>credit_score</a:t>
                      </a:r>
                      <a:endParaRPr lang="sr-Latn-RS" dirty="0"/>
                    </a:p>
                  </a:txBody>
                  <a:tcPr anchor="ctr"/>
                </a:tc>
                <a:tc>
                  <a:txBody>
                    <a:bodyPr/>
                    <a:lstStyle/>
                    <a:p>
                      <a:r>
                        <a:rPr lang="sr-Latn-RS" dirty="0"/>
                        <a:t>integer</a:t>
                      </a:r>
                    </a:p>
                  </a:txBody>
                  <a:tcPr anchor="ctr"/>
                </a:tc>
                <a:tc>
                  <a:txBody>
                    <a:bodyPr/>
                    <a:lstStyle/>
                    <a:p>
                      <a:r>
                        <a:rPr lang="sr-Latn-RS" dirty="0"/>
                        <a:t>Kreditni rejting u tekućem mesecu</a:t>
                      </a:r>
                    </a:p>
                  </a:txBody>
                  <a:tcPr anchor="ctr"/>
                </a:tc>
                <a:extLst>
                  <a:ext uri="{0D108BD9-81ED-4DB2-BD59-A6C34878D82A}">
                    <a16:rowId xmlns:a16="http://schemas.microsoft.com/office/drawing/2014/main" val="694309299"/>
                  </a:ext>
                </a:extLst>
              </a:tr>
            </a:tbl>
          </a:graphicData>
        </a:graphic>
      </p:graphicFrame>
    </p:spTree>
    <p:extLst>
      <p:ext uri="{BB962C8B-B14F-4D97-AF65-F5344CB8AC3E}">
        <p14:creationId xmlns:p14="http://schemas.microsoft.com/office/powerpoint/2010/main" val="3246427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859CF-30AC-B5A1-F532-BD44E86071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B2CB57-6AE1-9BE3-0E5C-114455DC172D}"/>
              </a:ext>
            </a:extLst>
          </p:cNvPr>
          <p:cNvSpPr>
            <a:spLocks noGrp="1"/>
          </p:cNvSpPr>
          <p:nvPr>
            <p:ph type="title"/>
          </p:nvPr>
        </p:nvSpPr>
        <p:spPr>
          <a:xfrm>
            <a:off x="570015" y="354982"/>
            <a:ext cx="11051970" cy="946650"/>
          </a:xfrm>
        </p:spPr>
        <p:txBody>
          <a:bodyPr/>
          <a:lstStyle/>
          <a:p>
            <a:pPr algn="ctr"/>
            <a:r>
              <a:rPr lang="sr-Latn-RS" sz="4500" i="1" dirty="0">
                <a:solidFill>
                  <a:schemeClr val="accent6">
                    <a:lumMod val="90000"/>
                  </a:schemeClr>
                </a:solidFill>
              </a:rPr>
              <a:t>monthly_performance</a:t>
            </a:r>
            <a:r>
              <a:rPr lang="en-US" sz="4500" i="1" dirty="0">
                <a:solidFill>
                  <a:schemeClr val="accent6">
                    <a:lumMod val="90000"/>
                  </a:schemeClr>
                </a:solidFill>
              </a:rPr>
              <a:t>-2</a:t>
            </a:r>
            <a:r>
              <a:rPr lang="sr-Latn-RS" sz="4500" i="1" dirty="0">
                <a:solidFill>
                  <a:schemeClr val="accent6">
                    <a:lumMod val="90000"/>
                  </a:schemeClr>
                </a:solidFill>
              </a:rPr>
              <a:t>.csv</a:t>
            </a:r>
            <a:endParaRPr lang="sr-Latn-RS" sz="4500" i="1" dirty="0"/>
          </a:p>
        </p:txBody>
      </p:sp>
      <p:sp>
        <p:nvSpPr>
          <p:cNvPr id="8" name="Footer Placeholder 7">
            <a:extLst>
              <a:ext uri="{FF2B5EF4-FFF2-40B4-BE49-F238E27FC236}">
                <a16:creationId xmlns:a16="http://schemas.microsoft.com/office/drawing/2014/main" id="{79627DD5-601B-844B-61C1-4B738EAABFA5}"/>
              </a:ext>
            </a:extLst>
          </p:cNvPr>
          <p:cNvSpPr>
            <a:spLocks noGrp="1"/>
          </p:cNvSpPr>
          <p:nvPr>
            <p:ph type="ftr" sz="quarter" idx="22"/>
          </p:nvPr>
        </p:nvSpPr>
        <p:spPr/>
        <p:txBody>
          <a:bodyPr/>
          <a:lstStyle/>
          <a:p>
            <a:r>
              <a:rPr lang="sr-Latn-RS" dirty="0">
                <a:solidFill>
                  <a:schemeClr val="accent6"/>
                </a:solidFill>
              </a:rPr>
              <a:t>Analiza kreditnog portfolia</a:t>
            </a:r>
            <a:endParaRPr lang="en-US" dirty="0">
              <a:solidFill>
                <a:schemeClr val="accent6"/>
              </a:solidFill>
            </a:endParaRPr>
          </a:p>
        </p:txBody>
      </p:sp>
      <p:sp>
        <p:nvSpPr>
          <p:cNvPr id="9" name="Slide Number Placeholder 8">
            <a:extLst>
              <a:ext uri="{FF2B5EF4-FFF2-40B4-BE49-F238E27FC236}">
                <a16:creationId xmlns:a16="http://schemas.microsoft.com/office/drawing/2014/main" id="{3C770468-FC24-68EC-3187-46B52BF53BC3}"/>
              </a:ext>
            </a:extLst>
          </p:cNvPr>
          <p:cNvSpPr>
            <a:spLocks noGrp="1"/>
          </p:cNvSpPr>
          <p:nvPr>
            <p:ph type="sldNum" sz="quarter" idx="23"/>
          </p:nvPr>
        </p:nvSpPr>
        <p:spPr/>
        <p:txBody>
          <a:bodyPr/>
          <a:lstStyle/>
          <a:p>
            <a:fld id="{295C7AAE-A677-454A-8BDB-62A0650ACE98}" type="slidenum">
              <a:rPr lang="en-US" smtClean="0"/>
              <a:pPr/>
              <a:t>11</a:t>
            </a:fld>
            <a:endParaRPr lang="en-US" dirty="0"/>
          </a:p>
        </p:txBody>
      </p:sp>
      <p:graphicFrame>
        <p:nvGraphicFramePr>
          <p:cNvPr id="12" name="Table 11">
            <a:extLst>
              <a:ext uri="{FF2B5EF4-FFF2-40B4-BE49-F238E27FC236}">
                <a16:creationId xmlns:a16="http://schemas.microsoft.com/office/drawing/2014/main" id="{D0714638-FF34-DFAD-D321-E804A7B9467F}"/>
              </a:ext>
            </a:extLst>
          </p:cNvPr>
          <p:cNvGraphicFramePr>
            <a:graphicFrameLocks noGrp="1"/>
          </p:cNvGraphicFramePr>
          <p:nvPr>
            <p:extLst>
              <p:ext uri="{D42A27DB-BD31-4B8C-83A1-F6EECF244321}">
                <p14:modId xmlns:p14="http://schemas.microsoft.com/office/powerpoint/2010/main" val="3822773099"/>
              </p:ext>
            </p:extLst>
          </p:nvPr>
        </p:nvGraphicFramePr>
        <p:xfrm>
          <a:off x="864243" y="1301632"/>
          <a:ext cx="10463514" cy="4659330"/>
        </p:xfrm>
        <a:graphic>
          <a:graphicData uri="http://schemas.openxmlformats.org/drawingml/2006/table">
            <a:tbl>
              <a:tblPr firstRow="1" bandRow="1">
                <a:tableStyleId>{C4B1156A-380E-4F78-BDF5-A606A8083BF9}</a:tableStyleId>
              </a:tblPr>
              <a:tblGrid>
                <a:gridCol w="2723909">
                  <a:extLst>
                    <a:ext uri="{9D8B030D-6E8A-4147-A177-3AD203B41FA5}">
                      <a16:colId xmlns:a16="http://schemas.microsoft.com/office/drawing/2014/main" val="3637514781"/>
                    </a:ext>
                  </a:extLst>
                </a:gridCol>
                <a:gridCol w="3032567">
                  <a:extLst>
                    <a:ext uri="{9D8B030D-6E8A-4147-A177-3AD203B41FA5}">
                      <a16:colId xmlns:a16="http://schemas.microsoft.com/office/drawing/2014/main" val="4043018390"/>
                    </a:ext>
                  </a:extLst>
                </a:gridCol>
                <a:gridCol w="4707038">
                  <a:extLst>
                    <a:ext uri="{9D8B030D-6E8A-4147-A177-3AD203B41FA5}">
                      <a16:colId xmlns:a16="http://schemas.microsoft.com/office/drawing/2014/main" val="755714156"/>
                    </a:ext>
                  </a:extLst>
                </a:gridCol>
              </a:tblGrid>
              <a:tr h="617340">
                <a:tc>
                  <a:txBody>
                    <a:bodyPr/>
                    <a:lstStyle/>
                    <a:p>
                      <a:pPr algn="ctr"/>
                      <a:r>
                        <a:rPr lang="sr-Latn-RS" dirty="0"/>
                        <a:t>Naziv</a:t>
                      </a:r>
                    </a:p>
                  </a:txBody>
                  <a:tcPr anchor="ctr"/>
                </a:tc>
                <a:tc>
                  <a:txBody>
                    <a:bodyPr/>
                    <a:lstStyle/>
                    <a:p>
                      <a:pPr algn="ctr"/>
                      <a:r>
                        <a:rPr lang="sr-Latn-RS" dirty="0"/>
                        <a:t>Tip podataka</a:t>
                      </a:r>
                    </a:p>
                  </a:txBody>
                  <a:tcPr anchor="ctr"/>
                </a:tc>
                <a:tc>
                  <a:txBody>
                    <a:bodyPr/>
                    <a:lstStyle/>
                    <a:p>
                      <a:pPr algn="ctr"/>
                      <a:r>
                        <a:rPr lang="sr-Latn-RS" dirty="0"/>
                        <a:t>Značenje</a:t>
                      </a:r>
                    </a:p>
                  </a:txBody>
                  <a:tcPr anchor="ctr"/>
                </a:tc>
                <a:extLst>
                  <a:ext uri="{0D108BD9-81ED-4DB2-BD59-A6C34878D82A}">
                    <a16:rowId xmlns:a16="http://schemas.microsoft.com/office/drawing/2014/main" val="1118075933"/>
                  </a:ext>
                </a:extLst>
              </a:tr>
              <a:tr h="757370">
                <a:tc>
                  <a:txBody>
                    <a:bodyPr/>
                    <a:lstStyle/>
                    <a:p>
                      <a:r>
                        <a:rPr lang="sr-Latn-RS" sz="1800" b="0" i="0" kern="1200" dirty="0">
                          <a:solidFill>
                            <a:schemeClr val="dk1"/>
                          </a:solidFill>
                          <a:effectLst/>
                          <a:latin typeface="+mn-lt"/>
                          <a:ea typeface="+mn-ea"/>
                          <a:cs typeface="+mn-cs"/>
                        </a:rPr>
                        <a:t>credit_score_delta_3m</a:t>
                      </a:r>
                      <a:endParaRPr lang="sr-Latn-RS" dirty="0"/>
                    </a:p>
                  </a:txBody>
                  <a:tcPr anchor="ctr"/>
                </a:tc>
                <a:tc>
                  <a:txBody>
                    <a:bodyPr/>
                    <a:lstStyle/>
                    <a:p>
                      <a:r>
                        <a:rPr lang="sr-Latn-RS" dirty="0"/>
                        <a:t> integer</a:t>
                      </a:r>
                    </a:p>
                  </a:txBody>
                  <a:tcPr anchor="ctr"/>
                </a:tc>
                <a:tc>
                  <a:txBody>
                    <a:bodyPr/>
                    <a:lstStyle/>
                    <a:p>
                      <a:r>
                        <a:rPr lang="sr-Latn-RS" dirty="0"/>
                        <a:t>Promena kreditnog rejtinga zabelezena u poslednja tri meseca</a:t>
                      </a:r>
                    </a:p>
                  </a:txBody>
                  <a:tcPr anchor="ctr"/>
                </a:tc>
                <a:extLst>
                  <a:ext uri="{0D108BD9-81ED-4DB2-BD59-A6C34878D82A}">
                    <a16:rowId xmlns:a16="http://schemas.microsoft.com/office/drawing/2014/main" val="2533103760"/>
                  </a:ext>
                </a:extLst>
              </a:tr>
              <a:tr h="757370">
                <a:tc>
                  <a:txBody>
                    <a:bodyPr/>
                    <a:lstStyle/>
                    <a:p>
                      <a:r>
                        <a:rPr lang="sr-Latn-RS" sz="1800" b="0" i="0" kern="1200" dirty="0">
                          <a:solidFill>
                            <a:schemeClr val="dk1"/>
                          </a:solidFill>
                          <a:effectLst/>
                          <a:latin typeface="+mn-lt"/>
                          <a:ea typeface="+mn-ea"/>
                          <a:cs typeface="+mn-cs"/>
                        </a:rPr>
                        <a:t>revolving_utilization</a:t>
                      </a:r>
                      <a:endParaRPr lang="sr-Latn-R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r-Latn-RS" dirty="0"/>
                        <a:t>float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r-Latn-RS" dirty="0"/>
                        <a:t>Stepen iskorišćenosti sredstava sa kreditne kartice korisnika u tekućem mesecu</a:t>
                      </a:r>
                    </a:p>
                  </a:txBody>
                  <a:tcPr anchor="ctr"/>
                </a:tc>
                <a:extLst>
                  <a:ext uri="{0D108BD9-81ED-4DB2-BD59-A6C34878D82A}">
                    <a16:rowId xmlns:a16="http://schemas.microsoft.com/office/drawing/2014/main" val="692726652"/>
                  </a:ext>
                </a:extLst>
              </a:tr>
              <a:tr h="757370">
                <a:tc>
                  <a:txBody>
                    <a:bodyPr/>
                    <a:lstStyle/>
                    <a:p>
                      <a:r>
                        <a:rPr lang="sr-Latn-RS" sz="1800" b="0" i="0" kern="1200" dirty="0">
                          <a:solidFill>
                            <a:schemeClr val="dk1"/>
                          </a:solidFill>
                          <a:effectLst/>
                          <a:latin typeface="+mn-lt"/>
                          <a:ea typeface="+mn-ea"/>
                          <a:cs typeface="+mn-cs"/>
                        </a:rPr>
                        <a:t>revolving_util_delta_3m</a:t>
                      </a:r>
                      <a:endParaRPr lang="sr-Latn-RS" dirty="0"/>
                    </a:p>
                  </a:txBody>
                  <a:tcPr anchor="ctr"/>
                </a:tc>
                <a:tc>
                  <a:txBody>
                    <a:bodyPr/>
                    <a:lstStyle/>
                    <a:p>
                      <a:r>
                        <a:rPr lang="sr-Latn-RS" dirty="0"/>
                        <a:t>float</a:t>
                      </a:r>
                    </a:p>
                  </a:txBody>
                  <a:tcPr anchor="ctr"/>
                </a:tc>
                <a:tc>
                  <a:txBody>
                    <a:bodyPr/>
                    <a:lstStyle/>
                    <a:p>
                      <a:r>
                        <a:rPr lang="sr-Latn-RS" i="0" dirty="0"/>
                        <a:t>Promena u iskorišćenosti sredstava sa kreditne kartice u poslednja tri meseca</a:t>
                      </a:r>
                    </a:p>
                  </a:txBody>
                  <a:tcPr anchor="ctr"/>
                </a:tc>
                <a:extLst>
                  <a:ext uri="{0D108BD9-81ED-4DB2-BD59-A6C34878D82A}">
                    <a16:rowId xmlns:a16="http://schemas.microsoft.com/office/drawing/2014/main" val="2294820159"/>
                  </a:ext>
                </a:extLst>
              </a:tr>
              <a:tr h="757370">
                <a:tc>
                  <a:txBody>
                    <a:bodyPr/>
                    <a:lstStyle/>
                    <a:p>
                      <a:r>
                        <a:rPr lang="sr-Latn-RS" sz="1800" b="0" i="0" kern="1200" dirty="0">
                          <a:solidFill>
                            <a:schemeClr val="dk1"/>
                          </a:solidFill>
                          <a:effectLst/>
                          <a:latin typeface="+mn-lt"/>
                          <a:ea typeface="+mn-ea"/>
                          <a:cs typeface="+mn-cs"/>
                        </a:rPr>
                        <a:t>has_defaulted</a:t>
                      </a:r>
                      <a:endParaRPr lang="sr-Latn-RS" dirty="0"/>
                    </a:p>
                  </a:txBody>
                  <a:tcPr anchor="ctr"/>
                </a:tc>
                <a:tc>
                  <a:txBody>
                    <a:bodyPr/>
                    <a:lstStyle/>
                    <a:p>
                      <a:r>
                        <a:rPr lang="sr-Latn-RS" dirty="0"/>
                        <a:t>integer (binary)</a:t>
                      </a:r>
                    </a:p>
                  </a:txBody>
                  <a:tcPr anchor="ctr"/>
                </a:tc>
                <a:tc>
                  <a:txBody>
                    <a:bodyPr/>
                    <a:lstStyle/>
                    <a:p>
                      <a:r>
                        <a:rPr lang="sr-Latn-RS" i="0" dirty="0"/>
                        <a:t>Oznaka da li je u tekućem mesecu korisnik otišao u default</a:t>
                      </a:r>
                    </a:p>
                  </a:txBody>
                  <a:tcPr anchor="ctr"/>
                </a:tc>
                <a:extLst>
                  <a:ext uri="{0D108BD9-81ED-4DB2-BD59-A6C34878D82A}">
                    <a16:rowId xmlns:a16="http://schemas.microsoft.com/office/drawing/2014/main" val="333113789"/>
                  </a:ext>
                </a:extLst>
              </a:tr>
              <a:tr h="1012510">
                <a:tc>
                  <a:txBody>
                    <a:bodyPr/>
                    <a:lstStyle/>
                    <a:p>
                      <a:r>
                        <a:rPr lang="sr-Latn-RS" sz="1800" b="0" i="0" kern="1200" dirty="0">
                          <a:solidFill>
                            <a:schemeClr val="dk1"/>
                          </a:solidFill>
                          <a:effectLst/>
                          <a:latin typeface="+mn-lt"/>
                          <a:ea typeface="+mn-ea"/>
                          <a:cs typeface="+mn-cs"/>
                        </a:rPr>
                        <a:t>will_default_original</a:t>
                      </a:r>
                      <a:endParaRPr lang="sr-Latn-R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r-Latn-RS" dirty="0"/>
                        <a:t>Integer (binary)</a:t>
                      </a:r>
                    </a:p>
                  </a:txBody>
                  <a:tcPr anchor="ctr"/>
                </a:tc>
                <a:tc>
                  <a:txBody>
                    <a:bodyPr/>
                    <a:lstStyle/>
                    <a:p>
                      <a:r>
                        <a:rPr lang="sr-Latn-RS" sz="1800" b="0" i="0" kern="1200" dirty="0">
                          <a:solidFill>
                            <a:schemeClr val="dk1"/>
                          </a:solidFill>
                          <a:effectLst/>
                          <a:latin typeface="+mn-lt"/>
                          <a:ea typeface="+mn-ea"/>
                          <a:cs typeface="+mn-cs"/>
                        </a:rPr>
                        <a:t>Oznaka da li se od korisnika očekuje da ode u default (vrednosti prekopirane iz default_12m u fajlu origination_data-2.csv)</a:t>
                      </a:r>
                      <a:endParaRPr lang="sr-Latn-RS" dirty="0"/>
                    </a:p>
                  </a:txBody>
                  <a:tcPr anchor="ctr"/>
                </a:tc>
                <a:extLst>
                  <a:ext uri="{0D108BD9-81ED-4DB2-BD59-A6C34878D82A}">
                    <a16:rowId xmlns:a16="http://schemas.microsoft.com/office/drawing/2014/main" val="3194098308"/>
                  </a:ext>
                </a:extLst>
              </a:tr>
            </a:tbl>
          </a:graphicData>
        </a:graphic>
      </p:graphicFrame>
    </p:spTree>
    <p:extLst>
      <p:ext uri="{BB962C8B-B14F-4D97-AF65-F5344CB8AC3E}">
        <p14:creationId xmlns:p14="http://schemas.microsoft.com/office/powerpoint/2010/main" val="217253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2B3EE14-C2AC-A747-BD1C-1BCDF6724193}"/>
              </a:ext>
            </a:extLst>
          </p:cNvPr>
          <p:cNvSpPr>
            <a:spLocks noGrp="1"/>
          </p:cNvSpPr>
          <p:nvPr>
            <p:ph type="title"/>
          </p:nvPr>
        </p:nvSpPr>
        <p:spPr>
          <a:xfrm>
            <a:off x="613235" y="703386"/>
            <a:ext cx="5962964" cy="1335273"/>
          </a:xfrm>
        </p:spPr>
        <p:txBody>
          <a:bodyPr/>
          <a:lstStyle/>
          <a:p>
            <a:r>
              <a:rPr lang="sr-Latn-RS" sz="4500" dirty="0">
                <a:solidFill>
                  <a:schemeClr val="accent6"/>
                </a:solidFill>
              </a:rPr>
              <a:t>Napomena:</a:t>
            </a:r>
          </a:p>
        </p:txBody>
      </p:sp>
      <p:sp>
        <p:nvSpPr>
          <p:cNvPr id="8" name="Text Placeholder 7">
            <a:extLst>
              <a:ext uri="{FF2B5EF4-FFF2-40B4-BE49-F238E27FC236}">
                <a16:creationId xmlns:a16="http://schemas.microsoft.com/office/drawing/2014/main" id="{8A4072FD-7921-34E1-74C6-CB0E437955D3}"/>
              </a:ext>
            </a:extLst>
          </p:cNvPr>
          <p:cNvSpPr>
            <a:spLocks noGrp="1"/>
          </p:cNvSpPr>
          <p:nvPr>
            <p:ph type="body" sz="quarter" idx="16"/>
          </p:nvPr>
        </p:nvSpPr>
        <p:spPr>
          <a:xfrm>
            <a:off x="613235" y="1561268"/>
            <a:ext cx="10965530" cy="4593346"/>
          </a:xfrm>
        </p:spPr>
        <p:txBody>
          <a:bodyPr/>
          <a:lstStyle/>
          <a:p>
            <a:pPr marL="0" indent="0" algn="just">
              <a:buNone/>
            </a:pPr>
            <a:r>
              <a:rPr lang="en-US" sz="2000" b="0" spc="0" dirty="0" err="1">
                <a:solidFill>
                  <a:schemeClr val="accent6"/>
                </a:solidFill>
              </a:rPr>
              <a:t>Zbog</a:t>
            </a:r>
            <a:r>
              <a:rPr lang="en-US" sz="2000" b="0" spc="0" dirty="0">
                <a:solidFill>
                  <a:schemeClr val="accent6"/>
                </a:solidFill>
              </a:rPr>
              <a:t> </a:t>
            </a:r>
            <a:r>
              <a:rPr lang="en-US" sz="2000" b="0" spc="0" dirty="0" err="1">
                <a:solidFill>
                  <a:schemeClr val="accent6"/>
                </a:solidFill>
              </a:rPr>
              <a:t>svoje</a:t>
            </a:r>
            <a:r>
              <a:rPr lang="en-US" sz="2000" b="0" spc="0" dirty="0">
                <a:solidFill>
                  <a:schemeClr val="accent6"/>
                </a:solidFill>
              </a:rPr>
              <a:t> </a:t>
            </a:r>
            <a:r>
              <a:rPr lang="en-US" sz="2000" b="0" spc="0" dirty="0" err="1">
                <a:solidFill>
                  <a:schemeClr val="accent6"/>
                </a:solidFill>
              </a:rPr>
              <a:t>sinteti</a:t>
            </a:r>
            <a:r>
              <a:rPr lang="sr-Latn-RS" sz="2000" b="0" spc="0" dirty="0">
                <a:solidFill>
                  <a:schemeClr val="accent6"/>
                </a:solidFill>
              </a:rPr>
              <a:t>čke prirode, podaci predstavljeni u skupu podataka ne predstavljaju realnu sliku bankarskog poslovanja, već isključivo njegovu simulaciju. Samim tim neke od kolona predstavljaju idealizovanu verziju stvarnih pojava, dok su neke kolone značajno pojednostavljene. Primer ove pojave je pretpostavka pod kojom se za korisnika kaže da je otišao u likvidaciju gde, u realnom svetu, neretko dolazi do situacije da korisnik koji kasni preko 90 dana sa isplatama na kraju ipak uspe otplatiti kredit do kraja i ispraviti svoje performanse. Slično, visina mesečne uplate u originalnom skupu može biti maksimalno u visini dogovorene rate, dok je u stvarnom svetu moguće i otplatiti kredite prevremeno, uz odgovarajuće ugovorne obaveze, a isto tako može platiti i više rata odjednom ukoliko već kasni. „Dpd_current“ i „payment_amount“ kolone se prerađene tako da je moguće naići na zakasnele uplate u periodu kraćem od 90 dana, a onda to kašnjenje i nadomestiti dodatnim uplatama. Dodatno u skupu se nalaze kolone koje, </a:t>
            </a:r>
            <a:r>
              <a:rPr lang="en-US" sz="2000" b="0" spc="0" dirty="0">
                <a:solidFill>
                  <a:schemeClr val="accent6"/>
                </a:solidFill>
              </a:rPr>
              <a:t>u </a:t>
            </a:r>
            <a:r>
              <a:rPr lang="en-US" sz="2000" b="0" spc="0" dirty="0" err="1">
                <a:solidFill>
                  <a:schemeClr val="accent6"/>
                </a:solidFill>
              </a:rPr>
              <a:t>teoriji</a:t>
            </a:r>
            <a:r>
              <a:rPr lang="sr-Latn-RS" sz="2000" b="0" spc="0" dirty="0">
                <a:solidFill>
                  <a:schemeClr val="accent6"/>
                </a:solidFill>
              </a:rPr>
              <a:t>,</a:t>
            </a:r>
            <a:r>
              <a:rPr lang="en-US" sz="2000" b="0" spc="0" dirty="0">
                <a:solidFill>
                  <a:schemeClr val="accent6"/>
                </a:solidFill>
              </a:rPr>
              <a:t> </a:t>
            </a:r>
            <a:r>
              <a:rPr lang="sr-Latn-RS" sz="2000" b="0" spc="0" dirty="0">
                <a:solidFill>
                  <a:schemeClr val="accent6"/>
                </a:solidFill>
              </a:rPr>
              <a:t>olakšavaju proračune poput „(…)_delta_3m“ kolona. </a:t>
            </a:r>
            <a:r>
              <a:rPr lang="en-US" sz="2000" b="0" spc="0" dirty="0" err="1">
                <a:solidFill>
                  <a:schemeClr val="accent6"/>
                </a:solidFill>
              </a:rPr>
              <a:t>Vrednosti</a:t>
            </a:r>
            <a:r>
              <a:rPr lang="en-US" sz="2000" b="0" spc="0" dirty="0">
                <a:solidFill>
                  <a:schemeClr val="accent6"/>
                </a:solidFill>
              </a:rPr>
              <a:t> </a:t>
            </a:r>
            <a:r>
              <a:rPr lang="en-US" sz="2000" b="0" spc="0" dirty="0" err="1">
                <a:solidFill>
                  <a:schemeClr val="accent6"/>
                </a:solidFill>
              </a:rPr>
              <a:t>ovih</a:t>
            </a:r>
            <a:r>
              <a:rPr lang="en-US" sz="2000" b="0" spc="0" dirty="0">
                <a:solidFill>
                  <a:schemeClr val="accent6"/>
                </a:solidFill>
              </a:rPr>
              <a:t> </a:t>
            </a:r>
            <a:r>
              <a:rPr lang="en-US" sz="2000" b="0" spc="0" dirty="0" err="1">
                <a:solidFill>
                  <a:schemeClr val="accent6"/>
                </a:solidFill>
              </a:rPr>
              <a:t>kolona</a:t>
            </a:r>
            <a:r>
              <a:rPr lang="sr-Latn-RS" sz="2000" b="0" spc="0" dirty="0">
                <a:solidFill>
                  <a:schemeClr val="accent6"/>
                </a:solidFill>
              </a:rPr>
              <a:t> nailaze na greške u proračunu zbog čega će biti izbačene iz, dok će na njihovo mesto ukoliko za to bude potrebe doći kolone „(…)_delta“ koje će nastati kao prosta razlika između zabeleženih podataka za trenutni i prethodni mesec (ili alternativno tromesečna verzija). U daljem radu se može desiti da budu primećena dalja nelogična ponašanja u skupu, koja će tada biti i analizirana i otklonjena. </a:t>
            </a:r>
          </a:p>
        </p:txBody>
      </p:sp>
      <p:sp>
        <p:nvSpPr>
          <p:cNvPr id="2" name="Footer Placeholder 7">
            <a:extLst>
              <a:ext uri="{FF2B5EF4-FFF2-40B4-BE49-F238E27FC236}">
                <a16:creationId xmlns:a16="http://schemas.microsoft.com/office/drawing/2014/main" id="{1D88E72E-5AAD-C53C-E98D-002B4FF4EDD5}"/>
              </a:ext>
            </a:extLst>
          </p:cNvPr>
          <p:cNvSpPr>
            <a:spLocks noGrp="1"/>
          </p:cNvSpPr>
          <p:nvPr>
            <p:ph type="ftr" sz="quarter" idx="22"/>
          </p:nvPr>
        </p:nvSpPr>
        <p:spPr>
          <a:xfrm>
            <a:off x="638460" y="6356350"/>
            <a:ext cx="4114800" cy="365125"/>
          </a:xfrm>
        </p:spPr>
        <p:txBody>
          <a:bodyPr/>
          <a:lstStyle/>
          <a:p>
            <a:r>
              <a:rPr lang="sr-Latn-RS" dirty="0">
                <a:solidFill>
                  <a:schemeClr val="accent6"/>
                </a:solidFill>
              </a:rPr>
              <a:t>Analiza kreditnog portfolia</a:t>
            </a:r>
            <a:endParaRPr lang="en-US" dirty="0">
              <a:solidFill>
                <a:schemeClr val="accent6"/>
              </a:solidFill>
            </a:endParaRPr>
          </a:p>
        </p:txBody>
      </p:sp>
      <p:sp>
        <p:nvSpPr>
          <p:cNvPr id="3" name="Slide Number Placeholder 8">
            <a:extLst>
              <a:ext uri="{FF2B5EF4-FFF2-40B4-BE49-F238E27FC236}">
                <a16:creationId xmlns:a16="http://schemas.microsoft.com/office/drawing/2014/main" id="{9271B762-763A-C89D-F602-AC60B209F8E1}"/>
              </a:ext>
            </a:extLst>
          </p:cNvPr>
          <p:cNvSpPr>
            <a:spLocks noGrp="1"/>
          </p:cNvSpPr>
          <p:nvPr>
            <p:ph type="sldNum" sz="quarter" idx="23"/>
          </p:nvPr>
        </p:nvSpPr>
        <p:spPr>
          <a:xfrm>
            <a:off x="8810336" y="6356350"/>
            <a:ext cx="2743200" cy="365125"/>
          </a:xfrm>
        </p:spPr>
        <p:txBody>
          <a:bodyPr/>
          <a:lstStyle/>
          <a:p>
            <a:fld id="{295C7AAE-A677-454A-8BDB-62A0650ACE98}" type="slidenum">
              <a:rPr lang="en-US" smtClean="0"/>
              <a:pPr/>
              <a:t>12</a:t>
            </a:fld>
            <a:endParaRPr lang="en-US" dirty="0"/>
          </a:p>
        </p:txBody>
      </p:sp>
    </p:spTree>
    <p:extLst>
      <p:ext uri="{BB962C8B-B14F-4D97-AF65-F5344CB8AC3E}">
        <p14:creationId xmlns:p14="http://schemas.microsoft.com/office/powerpoint/2010/main" val="799686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F3EE9-E867-F05C-91C7-54DB68ABF1B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F53F2E2-DD8E-B9C0-092C-7F86FD24AC9B}"/>
              </a:ext>
            </a:extLst>
          </p:cNvPr>
          <p:cNvSpPr txBox="1"/>
          <p:nvPr/>
        </p:nvSpPr>
        <p:spPr>
          <a:xfrm flipH="1">
            <a:off x="4490157" y="-159152"/>
            <a:ext cx="3211685" cy="7176303"/>
          </a:xfrm>
          <a:prstGeom prst="rect">
            <a:avLst/>
          </a:prstGeom>
          <a:noFill/>
        </p:spPr>
        <p:txBody>
          <a:bodyPr vert="horz" wrap="none" lIns="0" tIns="0" rIns="0" bIns="0" rtlCol="0" anchor="t">
            <a:noAutofit/>
          </a:bodyPr>
          <a:lstStyle/>
          <a:p>
            <a:pPr algn="l"/>
            <a:r>
              <a:rPr lang="sr-Latn-RS" sz="45000" spc="500" dirty="0">
                <a:solidFill>
                  <a:schemeClr val="accent6">
                    <a:alpha val="83000"/>
                  </a:schemeClr>
                </a:solidFill>
                <a:latin typeface="Felix Titling"/>
              </a:rPr>
              <a:t>3</a:t>
            </a:r>
          </a:p>
        </p:txBody>
      </p:sp>
      <p:sp>
        <p:nvSpPr>
          <p:cNvPr id="2" name="Title 1">
            <a:extLst>
              <a:ext uri="{FF2B5EF4-FFF2-40B4-BE49-F238E27FC236}">
                <a16:creationId xmlns:a16="http://schemas.microsoft.com/office/drawing/2014/main" id="{BC4C9E17-F0E5-037E-17B9-DAB0CA48A73F}"/>
              </a:ext>
            </a:extLst>
          </p:cNvPr>
          <p:cNvSpPr>
            <a:spLocks noGrp="1"/>
          </p:cNvSpPr>
          <p:nvPr>
            <p:ph type="title"/>
          </p:nvPr>
        </p:nvSpPr>
        <p:spPr>
          <a:xfrm>
            <a:off x="838200" y="2003843"/>
            <a:ext cx="10515600" cy="2850312"/>
          </a:xfrm>
          <a:solidFill>
            <a:srgbClr val="404E27"/>
          </a:solidFill>
          <a:effectLst>
            <a:softEdge rad="342900"/>
          </a:effectLst>
        </p:spPr>
        <p:txBody>
          <a:bodyPr/>
          <a:lstStyle/>
          <a:p>
            <a:r>
              <a:rPr lang="sr-Latn-RS" sz="4800" dirty="0">
                <a:solidFill>
                  <a:schemeClr val="accent6">
                    <a:alpha val="25000"/>
                  </a:schemeClr>
                </a:solidFill>
              </a:rPr>
              <a:t>LOGIČKA SHEMA PODATAKA</a:t>
            </a:r>
            <a:br>
              <a:rPr lang="sr-Latn-RS" sz="4800" dirty="0">
                <a:solidFill>
                  <a:schemeClr val="accent6"/>
                </a:solidFill>
              </a:rPr>
            </a:br>
            <a:r>
              <a:rPr lang="sr-Latn-RS" sz="4800" dirty="0">
                <a:solidFill>
                  <a:schemeClr val="accent6"/>
                </a:solidFill>
              </a:rPr>
              <a:t>LOGIČKA SHEMA PODATAKA</a:t>
            </a:r>
            <a:br>
              <a:rPr lang="sr-Latn-RS" sz="4800" dirty="0">
                <a:solidFill>
                  <a:schemeClr val="accent6"/>
                </a:solidFill>
              </a:rPr>
            </a:br>
            <a:r>
              <a:rPr lang="sr-Latn-RS" sz="4800" dirty="0">
                <a:solidFill>
                  <a:schemeClr val="accent6">
                    <a:alpha val="25000"/>
                  </a:schemeClr>
                </a:solidFill>
              </a:rPr>
              <a:t>LOGIČKA SHEMA PODATAKA</a:t>
            </a:r>
            <a:endParaRPr lang="en-US" sz="4800" dirty="0">
              <a:solidFill>
                <a:schemeClr val="accent6">
                  <a:alpha val="25000"/>
                </a:schemeClr>
              </a:solidFill>
            </a:endParaRPr>
          </a:p>
        </p:txBody>
      </p:sp>
    </p:spTree>
    <p:extLst>
      <p:ext uri="{BB962C8B-B14F-4D97-AF65-F5344CB8AC3E}">
        <p14:creationId xmlns:p14="http://schemas.microsoft.com/office/powerpoint/2010/main" val="684910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323724C8-CFF1-D5D9-92DC-FB7865E4FD87}"/>
              </a:ext>
            </a:extLst>
          </p:cNvPr>
          <p:cNvSpPr>
            <a:spLocks noGrp="1"/>
          </p:cNvSpPr>
          <p:nvPr>
            <p:ph type="title"/>
          </p:nvPr>
        </p:nvSpPr>
        <p:spPr>
          <a:xfrm>
            <a:off x="482600" y="385719"/>
            <a:ext cx="11226800" cy="670922"/>
          </a:xfrm>
        </p:spPr>
        <p:txBody>
          <a:bodyPr/>
          <a:lstStyle/>
          <a:p>
            <a:r>
              <a:rPr lang="en-US" sz="4500" dirty="0" err="1">
                <a:solidFill>
                  <a:schemeClr val="accent6"/>
                </a:solidFill>
              </a:rPr>
              <a:t>Osnovna</a:t>
            </a:r>
            <a:r>
              <a:rPr lang="en-US" sz="4500" dirty="0">
                <a:solidFill>
                  <a:schemeClr val="accent6"/>
                </a:solidFill>
              </a:rPr>
              <a:t> </a:t>
            </a:r>
            <a:r>
              <a:rPr lang="en-US" sz="4500" dirty="0" err="1">
                <a:solidFill>
                  <a:schemeClr val="accent6"/>
                </a:solidFill>
              </a:rPr>
              <a:t>logi</a:t>
            </a:r>
            <a:r>
              <a:rPr lang="sr-Latn-RS" sz="4500" dirty="0">
                <a:solidFill>
                  <a:schemeClr val="accent6"/>
                </a:solidFill>
              </a:rPr>
              <a:t>Čka shema</a:t>
            </a:r>
          </a:p>
        </p:txBody>
      </p:sp>
      <p:sp>
        <p:nvSpPr>
          <p:cNvPr id="25" name="Text Placeholder 5">
            <a:extLst>
              <a:ext uri="{FF2B5EF4-FFF2-40B4-BE49-F238E27FC236}">
                <a16:creationId xmlns:a16="http://schemas.microsoft.com/office/drawing/2014/main" id="{EB5108EE-953F-6EF0-A62E-4FE5B2D6A294}"/>
              </a:ext>
            </a:extLst>
          </p:cNvPr>
          <p:cNvSpPr txBox="1">
            <a:spLocks/>
          </p:cNvSpPr>
          <p:nvPr/>
        </p:nvSpPr>
        <p:spPr>
          <a:xfrm>
            <a:off x="640502" y="1479665"/>
            <a:ext cx="5763227" cy="12019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b="1" i="0" kern="1200" spc="5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spc="5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spc="5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Book" panose="0200050302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sr-Latn-RS" b="0" dirty="0">
                <a:solidFill>
                  <a:schemeClr val="accent6"/>
                </a:solidFill>
              </a:rPr>
              <a:t>U osnovnoj verzij, podaci će biti raspoređeni u skladu sa originalnom raspodelom u samom skupu podataka, odnosno u dve kolekcije – monthly_performance i origination_data. </a:t>
            </a:r>
          </a:p>
        </p:txBody>
      </p:sp>
      <p:pic>
        <p:nvPicPr>
          <p:cNvPr id="27" name="Picture 26">
            <a:extLst>
              <a:ext uri="{FF2B5EF4-FFF2-40B4-BE49-F238E27FC236}">
                <a16:creationId xmlns:a16="http://schemas.microsoft.com/office/drawing/2014/main" id="{A011713E-46DE-B509-255F-DD710732A190}"/>
              </a:ext>
            </a:extLst>
          </p:cNvPr>
          <p:cNvPicPr>
            <a:picLocks noChangeAspect="1"/>
          </p:cNvPicPr>
          <p:nvPr/>
        </p:nvPicPr>
        <p:blipFill>
          <a:blip r:embed="rId2"/>
          <a:stretch>
            <a:fillRect/>
          </a:stretch>
        </p:blipFill>
        <p:spPr>
          <a:xfrm>
            <a:off x="6928339" y="1479665"/>
            <a:ext cx="4231835" cy="4316849"/>
          </a:xfrm>
          <a:prstGeom prst="rect">
            <a:avLst/>
          </a:prstGeom>
        </p:spPr>
      </p:pic>
      <p:pic>
        <p:nvPicPr>
          <p:cNvPr id="29" name="Picture 28">
            <a:extLst>
              <a:ext uri="{FF2B5EF4-FFF2-40B4-BE49-F238E27FC236}">
                <a16:creationId xmlns:a16="http://schemas.microsoft.com/office/drawing/2014/main" id="{A91A25CD-6147-81FA-38B7-6C914E96A817}"/>
              </a:ext>
            </a:extLst>
          </p:cNvPr>
          <p:cNvPicPr>
            <a:picLocks noChangeAspect="1"/>
          </p:cNvPicPr>
          <p:nvPr/>
        </p:nvPicPr>
        <p:blipFill>
          <a:blip r:embed="rId3"/>
          <a:stretch>
            <a:fillRect/>
          </a:stretch>
        </p:blipFill>
        <p:spPr>
          <a:xfrm>
            <a:off x="1220319" y="2836450"/>
            <a:ext cx="3720958" cy="2960064"/>
          </a:xfrm>
          <a:prstGeom prst="rect">
            <a:avLst/>
          </a:prstGeom>
        </p:spPr>
      </p:pic>
      <p:sp>
        <p:nvSpPr>
          <p:cNvPr id="30" name="Text Placeholder 5">
            <a:extLst>
              <a:ext uri="{FF2B5EF4-FFF2-40B4-BE49-F238E27FC236}">
                <a16:creationId xmlns:a16="http://schemas.microsoft.com/office/drawing/2014/main" id="{AAB64E0A-33B8-7245-3A23-04ED89011A4F}"/>
              </a:ext>
            </a:extLst>
          </p:cNvPr>
          <p:cNvSpPr txBox="1">
            <a:spLocks/>
          </p:cNvSpPr>
          <p:nvPr/>
        </p:nvSpPr>
        <p:spPr>
          <a:xfrm>
            <a:off x="1835587" y="5838499"/>
            <a:ext cx="2490421" cy="36378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b="1" i="0" kern="1200" spc="5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spc="5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spc="5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Book" panose="0200050302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sr-Latn-RS" sz="1800" b="0" i="1" dirty="0">
                <a:solidFill>
                  <a:schemeClr val="accent6"/>
                </a:solidFill>
              </a:rPr>
              <a:t>monthly_performance</a:t>
            </a:r>
          </a:p>
        </p:txBody>
      </p:sp>
      <p:sp>
        <p:nvSpPr>
          <p:cNvPr id="31" name="Text Placeholder 5">
            <a:extLst>
              <a:ext uri="{FF2B5EF4-FFF2-40B4-BE49-F238E27FC236}">
                <a16:creationId xmlns:a16="http://schemas.microsoft.com/office/drawing/2014/main" id="{972A71DB-381B-7E28-B9F7-0318A572F1D2}"/>
              </a:ext>
            </a:extLst>
          </p:cNvPr>
          <p:cNvSpPr txBox="1">
            <a:spLocks/>
          </p:cNvSpPr>
          <p:nvPr/>
        </p:nvSpPr>
        <p:spPr>
          <a:xfrm>
            <a:off x="8120752" y="5838498"/>
            <a:ext cx="1847007" cy="36378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b="1" i="0" kern="1200" spc="5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spc="5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spc="5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Book" panose="0200050302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sr-Latn-RS" sz="1800" b="0" i="1" dirty="0">
                <a:solidFill>
                  <a:schemeClr val="accent6"/>
                </a:solidFill>
              </a:rPr>
              <a:t>origination_data</a:t>
            </a:r>
          </a:p>
        </p:txBody>
      </p:sp>
      <p:sp>
        <p:nvSpPr>
          <p:cNvPr id="32" name="Text Placeholder 5">
            <a:extLst>
              <a:ext uri="{FF2B5EF4-FFF2-40B4-BE49-F238E27FC236}">
                <a16:creationId xmlns:a16="http://schemas.microsoft.com/office/drawing/2014/main" id="{4550E404-1913-1836-4390-777E7AB30849}"/>
              </a:ext>
            </a:extLst>
          </p:cNvPr>
          <p:cNvSpPr txBox="1">
            <a:spLocks/>
          </p:cNvSpPr>
          <p:nvPr/>
        </p:nvSpPr>
        <p:spPr>
          <a:xfrm>
            <a:off x="4941277" y="4176346"/>
            <a:ext cx="1987062" cy="36378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b="1" i="0" kern="1200" spc="5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spc="5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spc="5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Book" panose="0200050302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sr-Latn-RS" sz="1600" b="0" i="1" dirty="0">
                <a:solidFill>
                  <a:schemeClr val="accent6"/>
                </a:solidFill>
              </a:rPr>
              <a:t>(1,1) ----------- (0, N)</a:t>
            </a:r>
          </a:p>
        </p:txBody>
      </p:sp>
      <p:sp>
        <p:nvSpPr>
          <p:cNvPr id="33" name="Footer Placeholder 7">
            <a:extLst>
              <a:ext uri="{FF2B5EF4-FFF2-40B4-BE49-F238E27FC236}">
                <a16:creationId xmlns:a16="http://schemas.microsoft.com/office/drawing/2014/main" id="{18924B5C-0AA4-0B0F-1520-0DDFAB1419A6}"/>
              </a:ext>
            </a:extLst>
          </p:cNvPr>
          <p:cNvSpPr txBox="1">
            <a:spLocks/>
          </p:cNvSpPr>
          <p:nvPr/>
        </p:nvSpPr>
        <p:spPr>
          <a:xfrm>
            <a:off x="638460" y="6356350"/>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sr-Latn-RS">
                <a:solidFill>
                  <a:schemeClr val="accent6"/>
                </a:solidFill>
              </a:rPr>
              <a:t>Analiza kreditnog portfolia</a:t>
            </a:r>
            <a:endParaRPr lang="en-US" dirty="0">
              <a:solidFill>
                <a:schemeClr val="accent6"/>
              </a:solidFill>
            </a:endParaRPr>
          </a:p>
        </p:txBody>
      </p:sp>
      <p:sp>
        <p:nvSpPr>
          <p:cNvPr id="42" name="TextBox 41">
            <a:extLst>
              <a:ext uri="{FF2B5EF4-FFF2-40B4-BE49-F238E27FC236}">
                <a16:creationId xmlns:a16="http://schemas.microsoft.com/office/drawing/2014/main" id="{07A55A02-53F8-8478-476C-0E51EA429AAD}"/>
              </a:ext>
            </a:extLst>
          </p:cNvPr>
          <p:cNvSpPr txBox="1"/>
          <p:nvPr/>
        </p:nvSpPr>
        <p:spPr>
          <a:xfrm>
            <a:off x="5456076" y="6400412"/>
            <a:ext cx="6097464"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5C7AAE-A677-454A-8BDB-62A0650ACE98}" type="slidenum">
              <a:rPr kumimoji="0" lang="en-US" sz="1200" b="0" i="0" u="none" strike="noStrike" kern="1200" cap="none" spc="50" normalizeH="0" baseline="0" noProof="0" smtClean="0">
                <a:ln>
                  <a:noFill/>
                </a:ln>
                <a:solidFill>
                  <a:srgbClr val="E1C9C1">
                    <a:lumMod val="90000"/>
                  </a:srgb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50" normalizeH="0" baseline="0" noProof="0" dirty="0">
              <a:ln>
                <a:noFill/>
              </a:ln>
              <a:solidFill>
                <a:srgbClr val="E1C9C1">
                  <a:lumMod val="90000"/>
                </a:srgbClr>
              </a:solidFill>
              <a:effectLst/>
              <a:uLnTx/>
              <a:uFillTx/>
              <a:latin typeface="Avenir Next LT Pro"/>
              <a:ea typeface="+mn-ea"/>
              <a:cs typeface="+mn-cs"/>
            </a:endParaRPr>
          </a:p>
        </p:txBody>
      </p:sp>
    </p:spTree>
    <p:extLst>
      <p:ext uri="{BB962C8B-B14F-4D97-AF65-F5344CB8AC3E}">
        <p14:creationId xmlns:p14="http://schemas.microsoft.com/office/powerpoint/2010/main" val="197635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7B3CA-1A8C-CC58-0E5A-1AC7AA49B45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3647DA0-BC34-6034-7B33-66421BA4AA13}"/>
              </a:ext>
            </a:extLst>
          </p:cNvPr>
          <p:cNvSpPr txBox="1"/>
          <p:nvPr/>
        </p:nvSpPr>
        <p:spPr>
          <a:xfrm flipH="1">
            <a:off x="4490156" y="-159152"/>
            <a:ext cx="3211685" cy="8411901"/>
          </a:xfrm>
          <a:prstGeom prst="rect">
            <a:avLst/>
          </a:prstGeom>
          <a:noFill/>
        </p:spPr>
        <p:txBody>
          <a:bodyPr vert="horz" wrap="none" lIns="0" tIns="0" rIns="0" bIns="0" rtlCol="0" anchor="t">
            <a:noAutofit/>
          </a:bodyPr>
          <a:lstStyle/>
          <a:p>
            <a:pPr algn="l"/>
            <a:r>
              <a:rPr lang="sr-Latn-RS" sz="45000" spc="500" dirty="0">
                <a:solidFill>
                  <a:schemeClr val="accent6">
                    <a:alpha val="83000"/>
                  </a:schemeClr>
                </a:solidFill>
                <a:latin typeface="Felix Titling"/>
              </a:rPr>
              <a:t>4</a:t>
            </a:r>
          </a:p>
        </p:txBody>
      </p:sp>
      <p:sp>
        <p:nvSpPr>
          <p:cNvPr id="2" name="Title 1">
            <a:extLst>
              <a:ext uri="{FF2B5EF4-FFF2-40B4-BE49-F238E27FC236}">
                <a16:creationId xmlns:a16="http://schemas.microsoft.com/office/drawing/2014/main" id="{6590BD04-959D-44CA-0040-F61777C2388B}"/>
              </a:ext>
            </a:extLst>
          </p:cNvPr>
          <p:cNvSpPr>
            <a:spLocks noGrp="1"/>
          </p:cNvSpPr>
          <p:nvPr>
            <p:ph type="title"/>
          </p:nvPr>
        </p:nvSpPr>
        <p:spPr>
          <a:xfrm>
            <a:off x="838200" y="2003843"/>
            <a:ext cx="10515600" cy="2850312"/>
          </a:xfrm>
          <a:solidFill>
            <a:srgbClr val="404E27"/>
          </a:solidFill>
          <a:effectLst>
            <a:softEdge rad="342900"/>
          </a:effectLst>
        </p:spPr>
        <p:txBody>
          <a:bodyPr/>
          <a:lstStyle/>
          <a:p>
            <a:r>
              <a:rPr lang="sr-Latn-RS" sz="4800" dirty="0">
                <a:solidFill>
                  <a:schemeClr val="accent6">
                    <a:alpha val="25000"/>
                  </a:schemeClr>
                </a:solidFill>
              </a:rPr>
              <a:t>AGREGACIJA PODATAKA</a:t>
            </a:r>
            <a:br>
              <a:rPr lang="sr-Latn-RS" sz="4800" dirty="0">
                <a:solidFill>
                  <a:schemeClr val="accent6"/>
                </a:solidFill>
              </a:rPr>
            </a:br>
            <a:r>
              <a:rPr lang="sr-Latn-RS" sz="4800" dirty="0">
                <a:solidFill>
                  <a:schemeClr val="accent6"/>
                </a:solidFill>
              </a:rPr>
              <a:t>AGREGACIJA PODATAKA</a:t>
            </a:r>
            <a:br>
              <a:rPr lang="sr-Latn-RS" sz="4800" dirty="0">
                <a:solidFill>
                  <a:schemeClr val="accent6"/>
                </a:solidFill>
              </a:rPr>
            </a:br>
            <a:r>
              <a:rPr lang="sr-Latn-RS" sz="4800" dirty="0">
                <a:solidFill>
                  <a:schemeClr val="accent6">
                    <a:alpha val="25000"/>
                  </a:schemeClr>
                </a:solidFill>
              </a:rPr>
              <a:t>AGREGACIJA PODATAKA</a:t>
            </a:r>
            <a:endParaRPr lang="en-US" sz="4800" dirty="0">
              <a:solidFill>
                <a:schemeClr val="accent6">
                  <a:alpha val="25000"/>
                </a:schemeClr>
              </a:solidFill>
            </a:endParaRPr>
          </a:p>
        </p:txBody>
      </p:sp>
    </p:spTree>
    <p:extLst>
      <p:ext uri="{BB962C8B-B14F-4D97-AF65-F5344CB8AC3E}">
        <p14:creationId xmlns:p14="http://schemas.microsoft.com/office/powerpoint/2010/main" val="2987970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3DCA03FD-18BB-3C77-17C0-95201D8F025E}"/>
              </a:ext>
            </a:extLst>
          </p:cNvPr>
          <p:cNvSpPr>
            <a:spLocks noGrp="1"/>
          </p:cNvSpPr>
          <p:nvPr>
            <p:ph type="title"/>
          </p:nvPr>
        </p:nvSpPr>
        <p:spPr>
          <a:xfrm>
            <a:off x="544010" y="528602"/>
            <a:ext cx="10938076" cy="883510"/>
          </a:xfrm>
        </p:spPr>
        <p:txBody>
          <a:bodyPr/>
          <a:lstStyle/>
          <a:p>
            <a:r>
              <a:rPr lang="sr-Latn-RS" sz="5000" dirty="0">
                <a:solidFill>
                  <a:schemeClr val="accent6"/>
                </a:solidFill>
              </a:rPr>
              <a:t>UPITI SA KOJIMA ĆE SE RADITI</a:t>
            </a:r>
          </a:p>
        </p:txBody>
      </p:sp>
      <p:sp>
        <p:nvSpPr>
          <p:cNvPr id="17" name="Text Placeholder 16">
            <a:extLst>
              <a:ext uri="{FF2B5EF4-FFF2-40B4-BE49-F238E27FC236}">
                <a16:creationId xmlns:a16="http://schemas.microsoft.com/office/drawing/2014/main" id="{F329549A-CD66-02D7-60A5-0757D82E49B4}"/>
              </a:ext>
            </a:extLst>
          </p:cNvPr>
          <p:cNvSpPr>
            <a:spLocks noGrp="1"/>
          </p:cNvSpPr>
          <p:nvPr>
            <p:ph type="body" sz="quarter" idx="26"/>
          </p:nvPr>
        </p:nvSpPr>
        <p:spPr>
          <a:xfrm>
            <a:off x="522790" y="1412112"/>
            <a:ext cx="11146420" cy="4917286"/>
          </a:xfrm>
        </p:spPr>
        <p:txBody>
          <a:bodyPr/>
          <a:lstStyle/>
          <a:p>
            <a:pPr algn="just"/>
            <a:r>
              <a:rPr lang="sr-Latn-RS" sz="2200" dirty="0">
                <a:solidFill>
                  <a:schemeClr val="accent6"/>
                </a:solidFill>
              </a:rPr>
              <a:t>1. Za svakog klijenta koji je ušao u default, odrediti mesec pre ulaska u default u kom je imao najveći pad kreditnog rejtinga u prethodna 3 meseca.</a:t>
            </a:r>
          </a:p>
          <a:p>
            <a:pPr algn="just"/>
            <a:r>
              <a:rPr lang="sr-Latn-RS" sz="2200" dirty="0">
                <a:solidFill>
                  <a:schemeClr val="accent6"/>
                </a:solidFill>
              </a:rPr>
              <a:t>2. Pronaći klijente kod kojih je iskorišćenost kreditne kartice porastao više od 40%, a kreditna sposobnost opala za više od 100 poena u periodu od 3 meseca pre likvidacije.</a:t>
            </a:r>
          </a:p>
          <a:p>
            <a:pPr algn="just"/>
            <a:r>
              <a:rPr lang="sr-Latn-RS" sz="2200" dirty="0">
                <a:solidFill>
                  <a:schemeClr val="accent6"/>
                </a:solidFill>
              </a:rPr>
              <a:t>3. Za korisnike sa lošim kreditnim rejtingom</a:t>
            </a:r>
            <a:r>
              <a:rPr lang="en-US" sz="2200" dirty="0">
                <a:solidFill>
                  <a:schemeClr val="accent6"/>
                </a:solidFill>
              </a:rPr>
              <a:t> u </a:t>
            </a:r>
            <a:r>
              <a:rPr lang="en-US" sz="2200" dirty="0" err="1">
                <a:solidFill>
                  <a:schemeClr val="accent6"/>
                </a:solidFill>
              </a:rPr>
              <a:t>trenutku</a:t>
            </a:r>
            <a:r>
              <a:rPr lang="en-US" sz="2200" dirty="0">
                <a:solidFill>
                  <a:schemeClr val="accent6"/>
                </a:solidFill>
              </a:rPr>
              <a:t> </a:t>
            </a:r>
            <a:r>
              <a:rPr lang="en-US" sz="2200" dirty="0" err="1">
                <a:solidFill>
                  <a:schemeClr val="accent6"/>
                </a:solidFill>
              </a:rPr>
              <a:t>odobrenja</a:t>
            </a:r>
            <a:r>
              <a:rPr lang="en-US" sz="2200" dirty="0">
                <a:solidFill>
                  <a:schemeClr val="accent6"/>
                </a:solidFill>
              </a:rPr>
              <a:t> </a:t>
            </a:r>
            <a:r>
              <a:rPr lang="en-US" sz="2200" dirty="0" err="1">
                <a:solidFill>
                  <a:schemeClr val="accent6"/>
                </a:solidFill>
              </a:rPr>
              <a:t>kredita</a:t>
            </a:r>
            <a:r>
              <a:rPr lang="sr-Latn-RS" sz="2200" dirty="0">
                <a:solidFill>
                  <a:schemeClr val="accent6"/>
                </a:solidFill>
              </a:rPr>
              <a:t> (</a:t>
            </a:r>
            <a:r>
              <a:rPr lang="en-US" sz="2200" dirty="0">
                <a:solidFill>
                  <a:schemeClr val="accent6"/>
                </a:solidFill>
              </a:rPr>
              <a:t>&lt;579)</a:t>
            </a:r>
            <a:r>
              <a:rPr lang="sr-Latn-RS" sz="2200" dirty="0">
                <a:solidFill>
                  <a:schemeClr val="accent6"/>
                </a:solidFill>
              </a:rPr>
              <a:t> odrediti odnos ukupne sume izvršenih uplata i predviđene vrednosti uplata u prvih 12 meseci, kao i stopu defaulta.</a:t>
            </a:r>
          </a:p>
          <a:p>
            <a:pPr algn="just"/>
            <a:r>
              <a:rPr lang="sr-Latn-RS" sz="2200" dirty="0">
                <a:solidFill>
                  <a:schemeClr val="accent6"/>
                </a:solidFill>
              </a:rPr>
              <a:t>4. Za korisnike sa izuzetnim kreditnim rejtingom </a:t>
            </a:r>
            <a:r>
              <a:rPr lang="en-US" sz="2200" dirty="0">
                <a:solidFill>
                  <a:schemeClr val="accent6"/>
                </a:solidFill>
              </a:rPr>
              <a:t>u </a:t>
            </a:r>
            <a:r>
              <a:rPr lang="en-US" sz="2200" dirty="0" err="1">
                <a:solidFill>
                  <a:schemeClr val="accent6"/>
                </a:solidFill>
              </a:rPr>
              <a:t>trenutku</a:t>
            </a:r>
            <a:r>
              <a:rPr lang="en-US" sz="2200" dirty="0">
                <a:solidFill>
                  <a:schemeClr val="accent6"/>
                </a:solidFill>
              </a:rPr>
              <a:t> </a:t>
            </a:r>
            <a:r>
              <a:rPr lang="en-US" sz="2200" dirty="0" err="1">
                <a:solidFill>
                  <a:schemeClr val="accent6"/>
                </a:solidFill>
              </a:rPr>
              <a:t>odobrenja</a:t>
            </a:r>
            <a:r>
              <a:rPr lang="en-US" sz="2200" dirty="0">
                <a:solidFill>
                  <a:schemeClr val="accent6"/>
                </a:solidFill>
              </a:rPr>
              <a:t> </a:t>
            </a:r>
            <a:r>
              <a:rPr lang="en-US" sz="2200" dirty="0" err="1">
                <a:solidFill>
                  <a:schemeClr val="accent6"/>
                </a:solidFill>
              </a:rPr>
              <a:t>kredita</a:t>
            </a:r>
            <a:r>
              <a:rPr lang="en-US" sz="2200" dirty="0">
                <a:solidFill>
                  <a:schemeClr val="accent6"/>
                </a:solidFill>
              </a:rPr>
              <a:t> </a:t>
            </a:r>
            <a:r>
              <a:rPr lang="sr-Latn-RS" sz="2200" dirty="0">
                <a:solidFill>
                  <a:schemeClr val="accent6"/>
                </a:solidFill>
              </a:rPr>
              <a:t>(</a:t>
            </a:r>
            <a:r>
              <a:rPr lang="en-US" sz="2200" dirty="0">
                <a:solidFill>
                  <a:schemeClr val="accent6"/>
                </a:solidFill>
              </a:rPr>
              <a:t>&gt;800)</a:t>
            </a:r>
            <a:r>
              <a:rPr lang="sr-Latn-RS" sz="2200" dirty="0">
                <a:solidFill>
                  <a:schemeClr val="accent6"/>
                </a:solidFill>
              </a:rPr>
              <a:t> pronaći broj korisnika čiji je rejting u nekom trenutku opao u nižu kategoriju (</a:t>
            </a:r>
            <a:r>
              <a:rPr lang="en-US" sz="2200" dirty="0">
                <a:solidFill>
                  <a:schemeClr val="accent6"/>
                </a:solidFill>
              </a:rPr>
              <a:t>&lt;=799).</a:t>
            </a:r>
            <a:endParaRPr lang="sr-Latn-RS" sz="2200" dirty="0">
              <a:solidFill>
                <a:schemeClr val="accent6"/>
              </a:solidFill>
            </a:endParaRPr>
          </a:p>
          <a:p>
            <a:pPr algn="just"/>
            <a:r>
              <a:rPr lang="sr-Latn-RS" sz="2200" dirty="0">
                <a:solidFill>
                  <a:schemeClr val="accent6"/>
                </a:solidFill>
              </a:rPr>
              <a:t>5. Za svakog klijenta izračunati najduži uzastopni niz meseci bez propuštene uplate.</a:t>
            </a:r>
          </a:p>
          <a:p>
            <a:pPr algn="just"/>
            <a:r>
              <a:rPr lang="sr-Latn-RS" sz="2200" dirty="0">
                <a:solidFill>
                  <a:schemeClr val="accent6"/>
                </a:solidFill>
              </a:rPr>
              <a:t>6. Pronaći profil korisnika (starosnu grupu, rod, status zaposlenosti i opseg godišnjih prihoda) koji ima najmanji prosečan DTI i najveći procenat urednih uplata tokom prvih 12 meseci otplate.</a:t>
            </a:r>
          </a:p>
        </p:txBody>
      </p:sp>
      <p:sp>
        <p:nvSpPr>
          <p:cNvPr id="2" name="Footer Placeholder 7">
            <a:extLst>
              <a:ext uri="{FF2B5EF4-FFF2-40B4-BE49-F238E27FC236}">
                <a16:creationId xmlns:a16="http://schemas.microsoft.com/office/drawing/2014/main" id="{8D3CD95B-2962-8D2E-79E8-C3B6A687B029}"/>
              </a:ext>
            </a:extLst>
          </p:cNvPr>
          <p:cNvSpPr>
            <a:spLocks noGrp="1"/>
          </p:cNvSpPr>
          <p:nvPr>
            <p:ph type="ftr" sz="quarter" idx="22"/>
          </p:nvPr>
        </p:nvSpPr>
        <p:spPr>
          <a:xfrm>
            <a:off x="638460" y="6356350"/>
            <a:ext cx="4114800" cy="365125"/>
          </a:xfrm>
        </p:spPr>
        <p:txBody>
          <a:bodyPr/>
          <a:lstStyle/>
          <a:p>
            <a:r>
              <a:rPr lang="sr-Latn-RS" dirty="0">
                <a:solidFill>
                  <a:schemeClr val="accent6"/>
                </a:solidFill>
              </a:rPr>
              <a:t>Analiza kreditnog portfolia</a:t>
            </a:r>
            <a:endParaRPr lang="en-US" dirty="0">
              <a:solidFill>
                <a:schemeClr val="accent6"/>
              </a:solidFill>
            </a:endParaRPr>
          </a:p>
        </p:txBody>
      </p:sp>
      <p:sp>
        <p:nvSpPr>
          <p:cNvPr id="3" name="Slide Number Placeholder 8">
            <a:extLst>
              <a:ext uri="{FF2B5EF4-FFF2-40B4-BE49-F238E27FC236}">
                <a16:creationId xmlns:a16="http://schemas.microsoft.com/office/drawing/2014/main" id="{CD432F9B-320B-9288-CF29-BED325B04A37}"/>
              </a:ext>
            </a:extLst>
          </p:cNvPr>
          <p:cNvSpPr>
            <a:spLocks noGrp="1"/>
          </p:cNvSpPr>
          <p:nvPr>
            <p:ph type="sldNum" sz="quarter" idx="23"/>
          </p:nvPr>
        </p:nvSpPr>
        <p:spPr>
          <a:xfrm>
            <a:off x="8810336" y="6356350"/>
            <a:ext cx="2743200" cy="365125"/>
          </a:xfrm>
        </p:spPr>
        <p:txBody>
          <a:bodyPr/>
          <a:lstStyle/>
          <a:p>
            <a:fld id="{295C7AAE-A677-454A-8BDB-62A0650ACE98}" type="slidenum">
              <a:rPr lang="en-US" smtClean="0"/>
              <a:pPr/>
              <a:t>16</a:t>
            </a:fld>
            <a:endParaRPr lang="en-US" dirty="0"/>
          </a:p>
        </p:txBody>
      </p:sp>
    </p:spTree>
    <p:extLst>
      <p:ext uri="{BB962C8B-B14F-4D97-AF65-F5344CB8AC3E}">
        <p14:creationId xmlns:p14="http://schemas.microsoft.com/office/powerpoint/2010/main" val="2138157081"/>
      </p:ext>
    </p:extLst>
  </p:cSld>
  <p:clrMapOvr>
    <a:masterClrMapping/>
  </p:clrMapOvr>
</p:sld>
</file>

<file path=ppt/theme/theme1.xml><?xml version="1.0" encoding="utf-8"?>
<a:theme xmlns:a="http://schemas.openxmlformats.org/drawingml/2006/main" name="Custom Design">
  <a:themeElements>
    <a:clrScheme name="Product-Summary">
      <a:dk1>
        <a:srgbClr val="000000"/>
      </a:dk1>
      <a:lt1>
        <a:srgbClr val="FFFFFF"/>
      </a:lt1>
      <a:dk2>
        <a:srgbClr val="C16548"/>
      </a:dk2>
      <a:lt2>
        <a:srgbClr val="E7E6E6"/>
      </a:lt2>
      <a:accent1>
        <a:srgbClr val="C16548"/>
      </a:accent1>
      <a:accent2>
        <a:srgbClr val="E1C9C1"/>
      </a:accent2>
      <a:accent3>
        <a:srgbClr val="EFE9E7"/>
      </a:accent3>
      <a:accent4>
        <a:srgbClr val="7C8C5F"/>
      </a:accent4>
      <a:accent5>
        <a:srgbClr val="DAE7C3"/>
      </a:accent5>
      <a:accent6>
        <a:srgbClr val="ECF1E3"/>
      </a:accent6>
      <a:hlink>
        <a:srgbClr val="0563C1"/>
      </a:hlink>
      <a:folHlink>
        <a:srgbClr val="954F72"/>
      </a:folHlink>
    </a:clrScheme>
    <a:fontScheme name="Custom 11">
      <a:majorFont>
        <a:latin typeface="Felix Titling"/>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vert="horz" lIns="0" tIns="0" rIns="0" bIns="0" rtlCol="0" anchor="t">
        <a:noAutofit/>
      </a:bodyPr>
      <a:lstStyle>
        <a:defPPr algn="l">
          <a:defRPr sz="75000" spc="500" dirty="0">
            <a:solidFill>
              <a:srgbClr val="C16548">
                <a:alpha val="5000"/>
              </a:srgbClr>
            </a:solidFill>
            <a:latin typeface="Felix Titling"/>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6" ma:contentTypeDescription="Create a new document." ma:contentTypeScope="" ma:versionID="ac37c1753acd5e330d2062ccec26ea66">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340c7101c92c5120abd06486f9454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664BA4E-BFD8-44AA-8176-266329CB2336}">
  <ds:schemaRefs>
    <ds:schemaRef ds:uri="http://schemas.microsoft.com/sharepoint/v3/contenttype/forms"/>
  </ds:schemaRefs>
</ds:datastoreItem>
</file>

<file path=customXml/itemProps2.xml><?xml version="1.0" encoding="utf-8"?>
<ds:datastoreItem xmlns:ds="http://schemas.openxmlformats.org/officeDocument/2006/customXml" ds:itemID="{3313D244-673F-4B54-B682-B43236447E1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EB43C32-D02E-4131-BCF6-0A73823842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1511</Words>
  <Application>Microsoft Office PowerPoint</Application>
  <PresentationFormat>Widescreen</PresentationFormat>
  <Paragraphs>193</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Avenir Book</vt:lpstr>
      <vt:lpstr>Avenir Next LT Pro</vt:lpstr>
      <vt:lpstr>Calibri</vt:lpstr>
      <vt:lpstr>Felix Titling</vt:lpstr>
      <vt:lpstr>Custom Design</vt:lpstr>
      <vt:lpstr> ANALIZA KREDITNOG PORTFOLIA </vt:lpstr>
      <vt:lpstr>sadržaj  Sadržaj  sadržaj</vt:lpstr>
      <vt:lpstr>Pregled skupa podataka Pregled skupa podataka Pregled skupa podataka</vt:lpstr>
      <vt:lpstr>OSNOVNA TERMINOLOGIJA</vt:lpstr>
      <vt:lpstr>O Skupu podataka</vt:lpstr>
      <vt:lpstr>Semantika kolona SEMANTIKA KOLONA semantika kolona</vt:lpstr>
      <vt:lpstr>origination_data-2.csv</vt:lpstr>
      <vt:lpstr>origination_data-2.csv</vt:lpstr>
      <vt:lpstr>origination_data-2.csv</vt:lpstr>
      <vt:lpstr>monthly_performance-2.csv</vt:lpstr>
      <vt:lpstr>monthly_performance-2.csv</vt:lpstr>
      <vt:lpstr>Napomena:</vt:lpstr>
      <vt:lpstr>LOGIČKA SHEMA PODATAKA LOGIČKA SHEMA PODATAKA LOGIČKA SHEMA PODATAKA</vt:lpstr>
      <vt:lpstr>Osnovna logiČka shema</vt:lpstr>
      <vt:lpstr>AGREGACIJA PODATAKA AGREGACIJA PODATAKA AGREGACIJA PODATAKA</vt:lpstr>
      <vt:lpstr>UPITI SA KOJIMA ĆE SE RADITI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2022-06-09T07:04:57Z</dcterms:created>
  <dcterms:modified xsi:type="dcterms:W3CDTF">2026-06-20T22:25:41Z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